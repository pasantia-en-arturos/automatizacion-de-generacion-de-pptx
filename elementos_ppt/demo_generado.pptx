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9202400" cy="2743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60350" y="5749187"/>
            <a:ext cx="17033700" cy="22000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38100">
            <a:solidFill>
              <a:srgbClr val="DBDC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93318" y="5974554"/>
            <a:ext cx="8000000" cy="92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26F33"/>
                </a:solidFill>
                <a:latin typeface="Montserrat ExtraBold"/>
              </a:rPr>
              <a:t>Objetivo: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93325" y="6827361"/>
            <a:ext cx="15000000" cy="664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20">
                <a:solidFill>
                  <a:srgbClr val="595959"/>
                </a:solidFill>
                <a:latin typeface="Poppins SemiBold"/>
              </a:rPr>
              <a:t>{{objetivo}}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0350" y="8895962"/>
            <a:ext cx="17033700" cy="38000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38100">
            <a:solidFill>
              <a:srgbClr val="DBDC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93318" y="9035464"/>
            <a:ext cx="8000000" cy="92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26F33"/>
                </a:solidFill>
                <a:latin typeface="Montserrat ExtraBold"/>
              </a:rPr>
              <a:t>Normas:</a:t>
            </a:r>
          </a:p>
        </p:txBody>
      </p:sp>
      <p:sp>
        <p:nvSpPr>
          <p:cNvPr id="7" name="Oval 6"/>
          <p:cNvSpPr/>
          <p:nvPr/>
        </p:nvSpPr>
        <p:spPr>
          <a:xfrm>
            <a:off x="1620427" y="10773340"/>
            <a:ext cx="220200" cy="220200"/>
          </a:xfrm>
          <a:prstGeom prst="ellipse">
            <a:avLst/>
          </a:prstGeom>
          <a:solidFill>
            <a:srgbClr val="F26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30627" y="10551057"/>
            <a:ext cx="15000000" cy="664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20">
                <a:solidFill>
                  <a:srgbClr val="595959"/>
                </a:solidFill>
                <a:latin typeface="Poppins SemiBold"/>
              </a:rPr>
              <a:t>{{norma_1}}</a:t>
            </a:r>
          </a:p>
        </p:txBody>
      </p:sp>
      <p:sp>
        <p:nvSpPr>
          <p:cNvPr id="9" name="Oval 8"/>
          <p:cNvSpPr/>
          <p:nvPr/>
        </p:nvSpPr>
        <p:spPr>
          <a:xfrm>
            <a:off x="1620427" y="11622283"/>
            <a:ext cx="220200" cy="220200"/>
          </a:xfrm>
          <a:prstGeom prst="ellipse">
            <a:avLst/>
          </a:prstGeom>
          <a:solidFill>
            <a:srgbClr val="F26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30627" y="11400000"/>
            <a:ext cx="15000000" cy="664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20">
                <a:solidFill>
                  <a:srgbClr val="595959"/>
                </a:solidFill>
                <a:latin typeface="Poppins SemiBold"/>
              </a:rPr>
              <a:t>{{norma_2}}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