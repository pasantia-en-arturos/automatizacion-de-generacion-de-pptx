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"/>
  </p:notesMasterIdLst>
  <p:sldIdLst>
    <p:sldId id="256" r:id="rId2"/>
    <p:sldId id="257" r:id="rId3"/>
    <p:sldId id="258" r:id="rId4"/>
  </p:sldIdLst>
  <p:sldSz cx="19202400" cy="27432000"/>
  <p:notesSz cx="6858000" cy="9144000"/>
  <p:embeddedFontLst>
    <p:embeddedFont>
      <p:font typeface="Microsoft JhengHei Light" panose="020B0304030504040204" pitchFamily="34" charset="-120"/>
      <p:regular r:id="rId6"/>
    </p:embeddedFont>
    <p:embeddedFont>
      <p:font typeface="Montserrat ExtraBold" panose="020B0604020202020204" charset="0"/>
      <p:bold r:id="rId7"/>
      <p:boldItalic r:id="rId8"/>
    </p:embeddedFont>
    <p:embeddedFont>
      <p:font typeface="Poppins SemiBold" panose="020B0604020202020204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8640">
          <p15:clr>
            <a:srgbClr val="747775"/>
          </p15:clr>
        </p15:guide>
        <p15:guide id="2" pos="604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F6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DC5482-E0B3-872D-E81E-8BD47E11BB35}" v="112" dt="2026-07-23T13:52:27.8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>
        <p:scale>
          <a:sx n="66" d="100"/>
          <a:sy n="66" d="100"/>
        </p:scale>
        <p:origin x="828" y="-384"/>
      </p:cViewPr>
      <p:guideLst>
        <p:guide orient="horz" pos="8640"/>
        <p:guide pos="60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theme" Target="theme/theme1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lentina Botana" userId="S::vbotana@arturos.com.ve::df8112e0-7a0c-412c-9f0f-89c174759516" providerId="AD" clId="Web-{C5DC5482-E0B3-872D-E81E-8BD47E11BB35}"/>
    <pc:docChg chg="modSld">
      <pc:chgData name="Valentina Botana" userId="S::vbotana@arturos.com.ve::df8112e0-7a0c-412c-9f0f-89c174759516" providerId="AD" clId="Web-{C5DC5482-E0B3-872D-E81E-8BD47E11BB35}" dt="2026-07-23T13:52:27.841" v="83" actId="1076"/>
      <pc:docMkLst>
        <pc:docMk/>
      </pc:docMkLst>
      <pc:sldChg chg="addSp modSp">
        <pc:chgData name="Valentina Botana" userId="S::vbotana@arturos.com.ve::df8112e0-7a0c-412c-9f0f-89c174759516" providerId="AD" clId="Web-{C5DC5482-E0B3-872D-E81E-8BD47E11BB35}" dt="2026-07-23T13:52:27.841" v="83" actId="1076"/>
        <pc:sldMkLst>
          <pc:docMk/>
          <pc:sldMk cId="0" sldId="256"/>
        </pc:sldMkLst>
        <pc:spChg chg="add mod">
          <ac:chgData name="Valentina Botana" userId="S::vbotana@arturos.com.ve::df8112e0-7a0c-412c-9f0f-89c174759516" providerId="AD" clId="Web-{C5DC5482-E0B3-872D-E81E-8BD47E11BB35}" dt="2026-07-23T13:50:12.560" v="30"/>
          <ac:spMkLst>
            <pc:docMk/>
            <pc:sldMk cId="0" sldId="256"/>
            <ac:spMk id="2" creationId="{8756F71F-8B26-3C85-2CA4-EBCA3117073E}"/>
          </ac:spMkLst>
        </pc:spChg>
        <pc:spChg chg="add mod">
          <ac:chgData name="Valentina Botana" userId="S::vbotana@arturos.com.ve::df8112e0-7a0c-412c-9f0f-89c174759516" providerId="AD" clId="Web-{C5DC5482-E0B3-872D-E81E-8BD47E11BB35}" dt="2026-07-23T13:51:33.404" v="57" actId="1076"/>
          <ac:spMkLst>
            <pc:docMk/>
            <pc:sldMk cId="0" sldId="256"/>
            <ac:spMk id="3" creationId="{F7D9E1CD-EB1A-3178-D34B-C65F2E7F2346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48:04.888" v="3" actId="1076"/>
          <ac:spMkLst>
            <pc:docMk/>
            <pc:sldMk cId="0" sldId="256"/>
            <ac:spMk id="54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48:34.950" v="11" actId="1076"/>
          <ac:spMkLst>
            <pc:docMk/>
            <pc:sldMk cId="0" sldId="256"/>
            <ac:spMk id="55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48:42.794" v="13" actId="1076"/>
          <ac:spMkLst>
            <pc:docMk/>
            <pc:sldMk cId="0" sldId="256"/>
            <ac:spMk id="58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48:42.810" v="14" actId="1076"/>
          <ac:spMkLst>
            <pc:docMk/>
            <pc:sldMk cId="0" sldId="256"/>
            <ac:spMk id="59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48:42.825" v="15" actId="1076"/>
          <ac:spMkLst>
            <pc:docMk/>
            <pc:sldMk cId="0" sldId="256"/>
            <ac:spMk id="60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1:41.951" v="58" actId="1076"/>
          <ac:spMkLst>
            <pc:docMk/>
            <pc:sldMk cId="0" sldId="256"/>
            <ac:spMk id="73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1:47.576" v="59" actId="1076"/>
          <ac:spMkLst>
            <pc:docMk/>
            <pc:sldMk cId="0" sldId="256"/>
            <ac:spMk id="74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10.419" v="68" actId="1076"/>
          <ac:spMkLst>
            <pc:docMk/>
            <pc:sldMk cId="0" sldId="256"/>
            <ac:spMk id="75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10.435" v="69" actId="1076"/>
          <ac:spMkLst>
            <pc:docMk/>
            <pc:sldMk cId="0" sldId="256"/>
            <ac:spMk id="76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10.451" v="70" actId="1076"/>
          <ac:spMkLst>
            <pc:docMk/>
            <pc:sldMk cId="0" sldId="256"/>
            <ac:spMk id="77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10.482" v="71" actId="1076"/>
          <ac:spMkLst>
            <pc:docMk/>
            <pc:sldMk cId="0" sldId="256"/>
            <ac:spMk id="78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27.529" v="72" actId="1076"/>
          <ac:spMkLst>
            <pc:docMk/>
            <pc:sldMk cId="0" sldId="256"/>
            <ac:spMk id="79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27.544" v="73" actId="1076"/>
          <ac:spMkLst>
            <pc:docMk/>
            <pc:sldMk cId="0" sldId="256"/>
            <ac:spMk id="80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27.576" v="74" actId="1076"/>
          <ac:spMkLst>
            <pc:docMk/>
            <pc:sldMk cId="0" sldId="256"/>
            <ac:spMk id="81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27.607" v="75" actId="1076"/>
          <ac:spMkLst>
            <pc:docMk/>
            <pc:sldMk cId="0" sldId="256"/>
            <ac:spMk id="82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27.638" v="76" actId="1076"/>
          <ac:spMkLst>
            <pc:docMk/>
            <pc:sldMk cId="0" sldId="256"/>
            <ac:spMk id="83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27.669" v="77" actId="1076"/>
          <ac:spMkLst>
            <pc:docMk/>
            <pc:sldMk cId="0" sldId="256"/>
            <ac:spMk id="84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27.716" v="78" actId="1076"/>
          <ac:spMkLst>
            <pc:docMk/>
            <pc:sldMk cId="0" sldId="256"/>
            <ac:spMk id="85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27.732" v="79" actId="1076"/>
          <ac:spMkLst>
            <pc:docMk/>
            <pc:sldMk cId="0" sldId="256"/>
            <ac:spMk id="86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27.763" v="80" actId="1076"/>
          <ac:spMkLst>
            <pc:docMk/>
            <pc:sldMk cId="0" sldId="256"/>
            <ac:spMk id="87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27.794" v="81" actId="1076"/>
          <ac:spMkLst>
            <pc:docMk/>
            <pc:sldMk cId="0" sldId="256"/>
            <ac:spMk id="88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27.810" v="82" actId="1076"/>
          <ac:spMkLst>
            <pc:docMk/>
            <pc:sldMk cId="0" sldId="256"/>
            <ac:spMk id="89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27.841" v="83" actId="1076"/>
          <ac:spMkLst>
            <pc:docMk/>
            <pc:sldMk cId="0" sldId="256"/>
            <ac:spMk id="90" creationId="{00000000-0000-0000-0000-000000000000}"/>
          </ac:spMkLst>
        </pc:spChg>
        <pc:picChg chg="mod">
          <ac:chgData name="Valentina Botana" userId="S::vbotana@arturos.com.ve::df8112e0-7a0c-412c-9f0f-89c174759516" providerId="AD" clId="Web-{C5DC5482-E0B3-872D-E81E-8BD47E11BB35}" dt="2026-07-23T13:48:16.935" v="5" actId="1076"/>
          <ac:picMkLst>
            <pc:docMk/>
            <pc:sldMk cId="0" sldId="256"/>
            <ac:picMk id="56" creationId="{00000000-0000-0000-0000-000000000000}"/>
          </ac:picMkLst>
        </pc:picChg>
        <pc:picChg chg="mod">
          <ac:chgData name="Valentina Botana" userId="S::vbotana@arturos.com.ve::df8112e0-7a0c-412c-9f0f-89c174759516" providerId="AD" clId="Web-{C5DC5482-E0B3-872D-E81E-8BD47E11BB35}" dt="2026-07-23T13:48:48.669" v="16" actId="14100"/>
          <ac:picMkLst>
            <pc:docMk/>
            <pc:sldMk cId="0" sldId="256"/>
            <ac:picMk id="57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29173" y="685800"/>
            <a:ext cx="2400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28850" y="685800"/>
            <a:ext cx="2400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3bdaa48cf_1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28850" y="685800"/>
            <a:ext cx="2400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3bdaa48cf_1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3bdaa48cf_1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28850" y="685800"/>
            <a:ext cx="2400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f3bdaa48cf_1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654588" y="3971067"/>
            <a:ext cx="17893200" cy="10947300"/>
          </a:xfrm>
          <a:prstGeom prst="rect">
            <a:avLst/>
          </a:prstGeom>
        </p:spPr>
        <p:txBody>
          <a:bodyPr spcFirstLastPara="1" wrap="square" lIns="290525" tIns="290525" rIns="290525" bIns="2905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524"/>
              <a:buNone/>
              <a:defRPr sz="16524"/>
            </a:lvl1pPr>
            <a:lvl2pPr lvl="1" algn="ctr">
              <a:spcBef>
                <a:spcPts val="0"/>
              </a:spcBef>
              <a:spcAft>
                <a:spcPts val="0"/>
              </a:spcAft>
              <a:buSzPts val="16524"/>
              <a:buNone/>
              <a:defRPr sz="16524"/>
            </a:lvl2pPr>
            <a:lvl3pPr lvl="2" algn="ctr">
              <a:spcBef>
                <a:spcPts val="0"/>
              </a:spcBef>
              <a:spcAft>
                <a:spcPts val="0"/>
              </a:spcAft>
              <a:buSzPts val="16524"/>
              <a:buNone/>
              <a:defRPr sz="16524"/>
            </a:lvl3pPr>
            <a:lvl4pPr lvl="3" algn="ctr">
              <a:spcBef>
                <a:spcPts val="0"/>
              </a:spcBef>
              <a:spcAft>
                <a:spcPts val="0"/>
              </a:spcAft>
              <a:buSzPts val="16524"/>
              <a:buNone/>
              <a:defRPr sz="16524"/>
            </a:lvl4pPr>
            <a:lvl5pPr lvl="4" algn="ctr">
              <a:spcBef>
                <a:spcPts val="0"/>
              </a:spcBef>
              <a:spcAft>
                <a:spcPts val="0"/>
              </a:spcAft>
              <a:buSzPts val="16524"/>
              <a:buNone/>
              <a:defRPr sz="16524"/>
            </a:lvl5pPr>
            <a:lvl6pPr lvl="5" algn="ctr">
              <a:spcBef>
                <a:spcPts val="0"/>
              </a:spcBef>
              <a:spcAft>
                <a:spcPts val="0"/>
              </a:spcAft>
              <a:buSzPts val="16524"/>
              <a:buNone/>
              <a:defRPr sz="16524"/>
            </a:lvl6pPr>
            <a:lvl7pPr lvl="6" algn="ctr">
              <a:spcBef>
                <a:spcPts val="0"/>
              </a:spcBef>
              <a:spcAft>
                <a:spcPts val="0"/>
              </a:spcAft>
              <a:buSzPts val="16524"/>
              <a:buNone/>
              <a:defRPr sz="16524"/>
            </a:lvl7pPr>
            <a:lvl8pPr lvl="7" algn="ctr">
              <a:spcBef>
                <a:spcPts val="0"/>
              </a:spcBef>
              <a:spcAft>
                <a:spcPts val="0"/>
              </a:spcAft>
              <a:buSzPts val="16524"/>
              <a:buNone/>
              <a:defRPr sz="16524"/>
            </a:lvl8pPr>
            <a:lvl9pPr lvl="8" algn="ctr">
              <a:spcBef>
                <a:spcPts val="0"/>
              </a:spcBef>
              <a:spcAft>
                <a:spcPts val="0"/>
              </a:spcAft>
              <a:buSzPts val="16524"/>
              <a:buNone/>
              <a:defRPr sz="16524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654570" y="15115333"/>
            <a:ext cx="17893200" cy="4227300"/>
          </a:xfrm>
          <a:prstGeom prst="rect">
            <a:avLst/>
          </a:prstGeom>
        </p:spPr>
        <p:txBody>
          <a:bodyPr spcFirstLastPara="1" wrap="square" lIns="290525" tIns="290525" rIns="290525" bIns="2905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7792161" y="24870490"/>
            <a:ext cx="1152300" cy="20991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lvl="0">
              <a:buNone/>
              <a:defRPr sz="3178"/>
            </a:lvl1pPr>
            <a:lvl2pPr lvl="1">
              <a:buNone/>
              <a:defRPr sz="3178"/>
            </a:lvl2pPr>
            <a:lvl3pPr lvl="2">
              <a:buNone/>
              <a:defRPr sz="3178"/>
            </a:lvl3pPr>
            <a:lvl4pPr lvl="3">
              <a:buNone/>
              <a:defRPr sz="3178"/>
            </a:lvl4pPr>
            <a:lvl5pPr lvl="4">
              <a:buNone/>
              <a:defRPr sz="3178"/>
            </a:lvl5pPr>
            <a:lvl6pPr lvl="5">
              <a:buNone/>
              <a:defRPr sz="3178"/>
            </a:lvl6pPr>
            <a:lvl7pPr lvl="6">
              <a:buNone/>
              <a:defRPr sz="3178"/>
            </a:lvl7pPr>
            <a:lvl8pPr lvl="7">
              <a:buNone/>
              <a:defRPr sz="3178"/>
            </a:lvl8pPr>
            <a:lvl9pPr lvl="8">
              <a:buNone/>
              <a:defRPr sz="3178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654570" y="11471200"/>
            <a:ext cx="17893200" cy="44895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440"/>
              <a:buNone/>
              <a:defRPr sz="11440"/>
            </a:lvl1pPr>
            <a:lvl2pPr lvl="1" algn="ctr">
              <a:spcBef>
                <a:spcPts val="0"/>
              </a:spcBef>
              <a:spcAft>
                <a:spcPts val="0"/>
              </a:spcAft>
              <a:buSzPts val="11440"/>
              <a:buNone/>
              <a:defRPr sz="11440"/>
            </a:lvl2pPr>
            <a:lvl3pPr lvl="2" algn="ctr">
              <a:spcBef>
                <a:spcPts val="0"/>
              </a:spcBef>
              <a:spcAft>
                <a:spcPts val="0"/>
              </a:spcAft>
              <a:buSzPts val="11440"/>
              <a:buNone/>
              <a:defRPr sz="11440"/>
            </a:lvl3pPr>
            <a:lvl4pPr lvl="3" algn="ctr">
              <a:spcBef>
                <a:spcPts val="0"/>
              </a:spcBef>
              <a:spcAft>
                <a:spcPts val="0"/>
              </a:spcAft>
              <a:buSzPts val="11440"/>
              <a:buNone/>
              <a:defRPr sz="11440"/>
            </a:lvl4pPr>
            <a:lvl5pPr lvl="4" algn="ctr">
              <a:spcBef>
                <a:spcPts val="0"/>
              </a:spcBef>
              <a:spcAft>
                <a:spcPts val="0"/>
              </a:spcAft>
              <a:buSzPts val="11440"/>
              <a:buNone/>
              <a:defRPr sz="11440"/>
            </a:lvl5pPr>
            <a:lvl6pPr lvl="5" algn="ctr">
              <a:spcBef>
                <a:spcPts val="0"/>
              </a:spcBef>
              <a:spcAft>
                <a:spcPts val="0"/>
              </a:spcAft>
              <a:buSzPts val="11440"/>
              <a:buNone/>
              <a:defRPr sz="11440"/>
            </a:lvl6pPr>
            <a:lvl7pPr lvl="6" algn="ctr">
              <a:spcBef>
                <a:spcPts val="0"/>
              </a:spcBef>
              <a:spcAft>
                <a:spcPts val="0"/>
              </a:spcAft>
              <a:buSzPts val="11440"/>
              <a:buNone/>
              <a:defRPr sz="11440"/>
            </a:lvl7pPr>
            <a:lvl8pPr lvl="7" algn="ctr">
              <a:spcBef>
                <a:spcPts val="0"/>
              </a:spcBef>
              <a:spcAft>
                <a:spcPts val="0"/>
              </a:spcAft>
              <a:buSzPts val="11440"/>
              <a:buNone/>
              <a:defRPr sz="11440"/>
            </a:lvl8pPr>
            <a:lvl9pPr lvl="8" algn="ctr">
              <a:spcBef>
                <a:spcPts val="0"/>
              </a:spcBef>
              <a:spcAft>
                <a:spcPts val="0"/>
              </a:spcAft>
              <a:buSzPts val="11440"/>
              <a:buNone/>
              <a:defRPr sz="1144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7792161" y="24870490"/>
            <a:ext cx="1152300" cy="20991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lvl="0">
              <a:buNone/>
              <a:defRPr sz="3178"/>
            </a:lvl1pPr>
            <a:lvl2pPr lvl="1">
              <a:buNone/>
              <a:defRPr sz="3178"/>
            </a:lvl2pPr>
            <a:lvl3pPr lvl="2">
              <a:buNone/>
              <a:defRPr sz="3178"/>
            </a:lvl3pPr>
            <a:lvl4pPr lvl="3">
              <a:buNone/>
              <a:defRPr sz="3178"/>
            </a:lvl4pPr>
            <a:lvl5pPr lvl="4">
              <a:buNone/>
              <a:defRPr sz="3178"/>
            </a:lvl5pPr>
            <a:lvl6pPr lvl="5">
              <a:buNone/>
              <a:defRPr sz="3178"/>
            </a:lvl6pPr>
            <a:lvl7pPr lvl="6">
              <a:buNone/>
              <a:defRPr sz="3178"/>
            </a:lvl7pPr>
            <a:lvl8pPr lvl="7">
              <a:buNone/>
              <a:defRPr sz="3178"/>
            </a:lvl8pPr>
            <a:lvl9pPr lvl="8">
              <a:buNone/>
              <a:defRPr sz="3178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654570" y="2373467"/>
            <a:ext cx="17893200" cy="3054300"/>
          </a:xfrm>
          <a:prstGeom prst="rect">
            <a:avLst/>
          </a:prstGeom>
        </p:spPr>
        <p:txBody>
          <a:bodyPr spcFirstLastPara="1" wrap="square" lIns="290525" tIns="290525" rIns="290525" bIns="2905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1pPr>
            <a:lvl2pPr lvl="1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2pPr>
            <a:lvl3pPr lvl="2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3pPr>
            <a:lvl4pPr lvl="3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4pPr>
            <a:lvl5pPr lvl="4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5pPr>
            <a:lvl6pPr lvl="5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6pPr>
            <a:lvl7pPr lvl="6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7pPr>
            <a:lvl8pPr lvl="7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8pPr>
            <a:lvl9pPr lvl="8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654570" y="6146533"/>
            <a:ext cx="17893200" cy="18220800"/>
          </a:xfrm>
          <a:prstGeom prst="rect">
            <a:avLst/>
          </a:prstGeom>
        </p:spPr>
        <p:txBody>
          <a:bodyPr spcFirstLastPara="1" wrap="square" lIns="290525" tIns="290525" rIns="290525" bIns="290525" anchor="t" anchorCtr="0">
            <a:normAutofit/>
          </a:bodyPr>
          <a:lstStyle>
            <a:lvl1pPr marL="457200" lvl="0" indent="-591820">
              <a:spcBef>
                <a:spcPts val="0"/>
              </a:spcBef>
              <a:spcAft>
                <a:spcPts val="0"/>
              </a:spcAft>
              <a:buSzPts val="5720"/>
              <a:buChar char="●"/>
              <a:defRPr sz="5720"/>
            </a:lvl1pPr>
            <a:lvl2pPr marL="914400" lvl="1" indent="-511105">
              <a:spcBef>
                <a:spcPts val="0"/>
              </a:spcBef>
              <a:spcAft>
                <a:spcPts val="0"/>
              </a:spcAft>
              <a:buSzPts val="4449"/>
              <a:buChar char="○"/>
              <a:defRPr sz="4449"/>
            </a:lvl2pPr>
            <a:lvl3pPr marL="1371600" lvl="2" indent="-511105">
              <a:spcBef>
                <a:spcPts val="0"/>
              </a:spcBef>
              <a:spcAft>
                <a:spcPts val="0"/>
              </a:spcAft>
              <a:buSzPts val="4449"/>
              <a:buChar char="■"/>
              <a:defRPr sz="4449"/>
            </a:lvl3pPr>
            <a:lvl4pPr marL="1828800" lvl="3" indent="-511105">
              <a:spcBef>
                <a:spcPts val="0"/>
              </a:spcBef>
              <a:spcAft>
                <a:spcPts val="0"/>
              </a:spcAft>
              <a:buSzPts val="4449"/>
              <a:buChar char="●"/>
              <a:defRPr sz="4449"/>
            </a:lvl4pPr>
            <a:lvl5pPr marL="2286000" lvl="4" indent="-511104">
              <a:spcBef>
                <a:spcPts val="0"/>
              </a:spcBef>
              <a:spcAft>
                <a:spcPts val="0"/>
              </a:spcAft>
              <a:buSzPts val="4449"/>
              <a:buChar char="○"/>
              <a:defRPr sz="4449"/>
            </a:lvl5pPr>
            <a:lvl6pPr marL="2743200" lvl="5" indent="-511104">
              <a:spcBef>
                <a:spcPts val="0"/>
              </a:spcBef>
              <a:spcAft>
                <a:spcPts val="0"/>
              </a:spcAft>
              <a:buSzPts val="4449"/>
              <a:buChar char="■"/>
              <a:defRPr sz="4449"/>
            </a:lvl6pPr>
            <a:lvl7pPr marL="3200400" lvl="6" indent="-511104">
              <a:spcBef>
                <a:spcPts val="0"/>
              </a:spcBef>
              <a:spcAft>
                <a:spcPts val="0"/>
              </a:spcAft>
              <a:buSzPts val="4449"/>
              <a:buChar char="●"/>
              <a:defRPr sz="4449"/>
            </a:lvl7pPr>
            <a:lvl8pPr marL="3657600" lvl="7" indent="-511104">
              <a:spcBef>
                <a:spcPts val="0"/>
              </a:spcBef>
              <a:spcAft>
                <a:spcPts val="0"/>
              </a:spcAft>
              <a:buSzPts val="4449"/>
              <a:buChar char="○"/>
              <a:defRPr sz="4449"/>
            </a:lvl8pPr>
            <a:lvl9pPr marL="4114800" lvl="8" indent="-511104">
              <a:spcBef>
                <a:spcPts val="0"/>
              </a:spcBef>
              <a:spcAft>
                <a:spcPts val="0"/>
              </a:spcAft>
              <a:buSzPts val="4449"/>
              <a:buChar char="■"/>
              <a:defRPr sz="4449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7792161" y="24870490"/>
            <a:ext cx="1152300" cy="20991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lvl="0">
              <a:buNone/>
              <a:defRPr sz="3178"/>
            </a:lvl1pPr>
            <a:lvl2pPr lvl="1">
              <a:buNone/>
              <a:defRPr sz="3178"/>
            </a:lvl2pPr>
            <a:lvl3pPr lvl="2">
              <a:buNone/>
              <a:defRPr sz="3178"/>
            </a:lvl3pPr>
            <a:lvl4pPr lvl="3">
              <a:buNone/>
              <a:defRPr sz="3178"/>
            </a:lvl4pPr>
            <a:lvl5pPr lvl="4">
              <a:buNone/>
              <a:defRPr sz="3178"/>
            </a:lvl5pPr>
            <a:lvl6pPr lvl="5">
              <a:buNone/>
              <a:defRPr sz="3178"/>
            </a:lvl6pPr>
            <a:lvl7pPr lvl="6">
              <a:buNone/>
              <a:defRPr sz="3178"/>
            </a:lvl7pPr>
            <a:lvl8pPr lvl="7">
              <a:buNone/>
              <a:defRPr sz="3178"/>
            </a:lvl8pPr>
            <a:lvl9pPr lvl="8">
              <a:buNone/>
              <a:defRPr sz="3178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654570" y="2373467"/>
            <a:ext cx="17893200" cy="3054300"/>
          </a:xfrm>
          <a:prstGeom prst="rect">
            <a:avLst/>
          </a:prstGeom>
        </p:spPr>
        <p:txBody>
          <a:bodyPr spcFirstLastPara="1" wrap="square" lIns="290525" tIns="290525" rIns="290525" bIns="2905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1pPr>
            <a:lvl2pPr lvl="1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2pPr>
            <a:lvl3pPr lvl="2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3pPr>
            <a:lvl4pPr lvl="3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4pPr>
            <a:lvl5pPr lvl="4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5pPr>
            <a:lvl6pPr lvl="5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6pPr>
            <a:lvl7pPr lvl="6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7pPr>
            <a:lvl8pPr lvl="7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8pPr>
            <a:lvl9pPr lvl="8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654570" y="6146533"/>
            <a:ext cx="8399700" cy="18220800"/>
          </a:xfrm>
          <a:prstGeom prst="rect">
            <a:avLst/>
          </a:prstGeom>
        </p:spPr>
        <p:txBody>
          <a:bodyPr spcFirstLastPara="1" wrap="square" lIns="290525" tIns="290525" rIns="290525" bIns="290525" anchor="t" anchorCtr="0">
            <a:normAutofit/>
          </a:bodyPr>
          <a:lstStyle>
            <a:lvl1pPr marL="457200" lvl="0" indent="-511105">
              <a:spcBef>
                <a:spcPts val="0"/>
              </a:spcBef>
              <a:spcAft>
                <a:spcPts val="0"/>
              </a:spcAft>
              <a:buSzPts val="4449"/>
              <a:buChar char="●"/>
              <a:defRPr sz="4449"/>
            </a:lvl1pPr>
            <a:lvl2pPr marL="914400" lvl="1" indent="-470746">
              <a:spcBef>
                <a:spcPts val="0"/>
              </a:spcBef>
              <a:spcAft>
                <a:spcPts val="0"/>
              </a:spcAft>
              <a:buSzPts val="3813"/>
              <a:buChar char="○"/>
              <a:defRPr sz="3813"/>
            </a:lvl2pPr>
            <a:lvl3pPr marL="1371600" lvl="2" indent="-470746">
              <a:spcBef>
                <a:spcPts val="0"/>
              </a:spcBef>
              <a:spcAft>
                <a:spcPts val="0"/>
              </a:spcAft>
              <a:buSzPts val="3813"/>
              <a:buChar char="■"/>
              <a:defRPr sz="3813"/>
            </a:lvl3pPr>
            <a:lvl4pPr marL="1828800" lvl="3" indent="-470746">
              <a:spcBef>
                <a:spcPts val="0"/>
              </a:spcBef>
              <a:spcAft>
                <a:spcPts val="0"/>
              </a:spcAft>
              <a:buSzPts val="3813"/>
              <a:buChar char="●"/>
              <a:defRPr sz="3813"/>
            </a:lvl4pPr>
            <a:lvl5pPr marL="2286000" lvl="4" indent="-470746">
              <a:spcBef>
                <a:spcPts val="0"/>
              </a:spcBef>
              <a:spcAft>
                <a:spcPts val="0"/>
              </a:spcAft>
              <a:buSzPts val="3813"/>
              <a:buChar char="○"/>
              <a:defRPr sz="3813"/>
            </a:lvl5pPr>
            <a:lvl6pPr marL="2743200" lvl="5" indent="-470746">
              <a:spcBef>
                <a:spcPts val="0"/>
              </a:spcBef>
              <a:spcAft>
                <a:spcPts val="0"/>
              </a:spcAft>
              <a:buSzPts val="3813"/>
              <a:buChar char="■"/>
              <a:defRPr sz="3813"/>
            </a:lvl6pPr>
            <a:lvl7pPr marL="3200400" lvl="6" indent="-470746">
              <a:spcBef>
                <a:spcPts val="0"/>
              </a:spcBef>
              <a:spcAft>
                <a:spcPts val="0"/>
              </a:spcAft>
              <a:buSzPts val="3813"/>
              <a:buChar char="●"/>
              <a:defRPr sz="3813"/>
            </a:lvl7pPr>
            <a:lvl8pPr marL="3657600" lvl="7" indent="-470746">
              <a:spcBef>
                <a:spcPts val="0"/>
              </a:spcBef>
              <a:spcAft>
                <a:spcPts val="0"/>
              </a:spcAft>
              <a:buSzPts val="3813"/>
              <a:buChar char="○"/>
              <a:defRPr sz="3813"/>
            </a:lvl8pPr>
            <a:lvl9pPr marL="4114800" lvl="8" indent="-470746">
              <a:spcBef>
                <a:spcPts val="0"/>
              </a:spcBef>
              <a:spcAft>
                <a:spcPts val="0"/>
              </a:spcAft>
              <a:buSzPts val="3813"/>
              <a:buChar char="■"/>
              <a:defRPr sz="3813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10148040" y="6146533"/>
            <a:ext cx="8399700" cy="18220800"/>
          </a:xfrm>
          <a:prstGeom prst="rect">
            <a:avLst/>
          </a:prstGeom>
        </p:spPr>
        <p:txBody>
          <a:bodyPr spcFirstLastPara="1" wrap="square" lIns="290525" tIns="290525" rIns="290525" bIns="290525" anchor="t" anchorCtr="0">
            <a:normAutofit/>
          </a:bodyPr>
          <a:lstStyle>
            <a:lvl1pPr marL="457200" lvl="0" indent="-511105">
              <a:spcBef>
                <a:spcPts val="0"/>
              </a:spcBef>
              <a:spcAft>
                <a:spcPts val="0"/>
              </a:spcAft>
              <a:buSzPts val="4449"/>
              <a:buChar char="●"/>
              <a:defRPr sz="4449"/>
            </a:lvl1pPr>
            <a:lvl2pPr marL="914400" lvl="1" indent="-470746">
              <a:spcBef>
                <a:spcPts val="0"/>
              </a:spcBef>
              <a:spcAft>
                <a:spcPts val="0"/>
              </a:spcAft>
              <a:buSzPts val="3813"/>
              <a:buChar char="○"/>
              <a:defRPr sz="3813"/>
            </a:lvl2pPr>
            <a:lvl3pPr marL="1371600" lvl="2" indent="-470746">
              <a:spcBef>
                <a:spcPts val="0"/>
              </a:spcBef>
              <a:spcAft>
                <a:spcPts val="0"/>
              </a:spcAft>
              <a:buSzPts val="3813"/>
              <a:buChar char="■"/>
              <a:defRPr sz="3813"/>
            </a:lvl3pPr>
            <a:lvl4pPr marL="1828800" lvl="3" indent="-470746">
              <a:spcBef>
                <a:spcPts val="0"/>
              </a:spcBef>
              <a:spcAft>
                <a:spcPts val="0"/>
              </a:spcAft>
              <a:buSzPts val="3813"/>
              <a:buChar char="●"/>
              <a:defRPr sz="3813"/>
            </a:lvl4pPr>
            <a:lvl5pPr marL="2286000" lvl="4" indent="-470746">
              <a:spcBef>
                <a:spcPts val="0"/>
              </a:spcBef>
              <a:spcAft>
                <a:spcPts val="0"/>
              </a:spcAft>
              <a:buSzPts val="3813"/>
              <a:buChar char="○"/>
              <a:defRPr sz="3813"/>
            </a:lvl5pPr>
            <a:lvl6pPr marL="2743200" lvl="5" indent="-470746">
              <a:spcBef>
                <a:spcPts val="0"/>
              </a:spcBef>
              <a:spcAft>
                <a:spcPts val="0"/>
              </a:spcAft>
              <a:buSzPts val="3813"/>
              <a:buChar char="■"/>
              <a:defRPr sz="3813"/>
            </a:lvl6pPr>
            <a:lvl7pPr marL="3200400" lvl="6" indent="-470746">
              <a:spcBef>
                <a:spcPts val="0"/>
              </a:spcBef>
              <a:spcAft>
                <a:spcPts val="0"/>
              </a:spcAft>
              <a:buSzPts val="3813"/>
              <a:buChar char="●"/>
              <a:defRPr sz="3813"/>
            </a:lvl7pPr>
            <a:lvl8pPr marL="3657600" lvl="7" indent="-470746">
              <a:spcBef>
                <a:spcPts val="0"/>
              </a:spcBef>
              <a:spcAft>
                <a:spcPts val="0"/>
              </a:spcAft>
              <a:buSzPts val="3813"/>
              <a:buChar char="○"/>
              <a:defRPr sz="3813"/>
            </a:lvl8pPr>
            <a:lvl9pPr marL="4114800" lvl="8" indent="-470746">
              <a:spcBef>
                <a:spcPts val="0"/>
              </a:spcBef>
              <a:spcAft>
                <a:spcPts val="0"/>
              </a:spcAft>
              <a:buSzPts val="3813"/>
              <a:buChar char="■"/>
              <a:defRPr sz="3813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7792161" y="24870490"/>
            <a:ext cx="1152300" cy="20991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lvl="0">
              <a:buNone/>
              <a:defRPr sz="3178"/>
            </a:lvl1pPr>
            <a:lvl2pPr lvl="1">
              <a:buNone/>
              <a:defRPr sz="3178"/>
            </a:lvl2pPr>
            <a:lvl3pPr lvl="2">
              <a:buNone/>
              <a:defRPr sz="3178"/>
            </a:lvl3pPr>
            <a:lvl4pPr lvl="3">
              <a:buNone/>
              <a:defRPr sz="3178"/>
            </a:lvl4pPr>
            <a:lvl5pPr lvl="4">
              <a:buNone/>
              <a:defRPr sz="3178"/>
            </a:lvl5pPr>
            <a:lvl6pPr lvl="5">
              <a:buNone/>
              <a:defRPr sz="3178"/>
            </a:lvl6pPr>
            <a:lvl7pPr lvl="6">
              <a:buNone/>
              <a:defRPr sz="3178"/>
            </a:lvl7pPr>
            <a:lvl8pPr lvl="7">
              <a:buNone/>
              <a:defRPr sz="3178"/>
            </a:lvl8pPr>
            <a:lvl9pPr lvl="8">
              <a:buNone/>
              <a:defRPr sz="3178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654570" y="2373467"/>
            <a:ext cx="17893200" cy="3054300"/>
          </a:xfrm>
          <a:prstGeom prst="rect">
            <a:avLst/>
          </a:prstGeom>
        </p:spPr>
        <p:txBody>
          <a:bodyPr spcFirstLastPara="1" wrap="square" lIns="290525" tIns="290525" rIns="290525" bIns="2905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1pPr>
            <a:lvl2pPr lvl="1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2pPr>
            <a:lvl3pPr lvl="2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3pPr>
            <a:lvl4pPr lvl="3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4pPr>
            <a:lvl5pPr lvl="4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5pPr>
            <a:lvl6pPr lvl="5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6pPr>
            <a:lvl7pPr lvl="6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7pPr>
            <a:lvl8pPr lvl="7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8pPr>
            <a:lvl9pPr lvl="8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7792161" y="24870490"/>
            <a:ext cx="1152300" cy="20991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lvl="0">
              <a:buNone/>
              <a:defRPr sz="3178"/>
            </a:lvl1pPr>
            <a:lvl2pPr lvl="1">
              <a:buNone/>
              <a:defRPr sz="3178"/>
            </a:lvl2pPr>
            <a:lvl3pPr lvl="2">
              <a:buNone/>
              <a:defRPr sz="3178"/>
            </a:lvl3pPr>
            <a:lvl4pPr lvl="3">
              <a:buNone/>
              <a:defRPr sz="3178"/>
            </a:lvl4pPr>
            <a:lvl5pPr lvl="4">
              <a:buNone/>
              <a:defRPr sz="3178"/>
            </a:lvl5pPr>
            <a:lvl6pPr lvl="5">
              <a:buNone/>
              <a:defRPr sz="3178"/>
            </a:lvl6pPr>
            <a:lvl7pPr lvl="6">
              <a:buNone/>
              <a:defRPr sz="3178"/>
            </a:lvl7pPr>
            <a:lvl8pPr lvl="7">
              <a:buNone/>
              <a:defRPr sz="3178"/>
            </a:lvl8pPr>
            <a:lvl9pPr lvl="8">
              <a:buNone/>
              <a:defRPr sz="3178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654570" y="2963200"/>
            <a:ext cx="5896800" cy="4030500"/>
          </a:xfrm>
          <a:prstGeom prst="rect">
            <a:avLst/>
          </a:prstGeom>
        </p:spPr>
        <p:txBody>
          <a:bodyPr spcFirstLastPara="1" wrap="square" lIns="290525" tIns="290525" rIns="290525" bIns="2905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627"/>
              <a:buNone/>
              <a:defRPr sz="7627"/>
            </a:lvl1pPr>
            <a:lvl2pPr lvl="1">
              <a:spcBef>
                <a:spcPts val="0"/>
              </a:spcBef>
              <a:spcAft>
                <a:spcPts val="0"/>
              </a:spcAft>
              <a:buSzPts val="7627"/>
              <a:buNone/>
              <a:defRPr sz="7627"/>
            </a:lvl2pPr>
            <a:lvl3pPr lvl="2">
              <a:spcBef>
                <a:spcPts val="0"/>
              </a:spcBef>
              <a:spcAft>
                <a:spcPts val="0"/>
              </a:spcAft>
              <a:buSzPts val="7627"/>
              <a:buNone/>
              <a:defRPr sz="7627"/>
            </a:lvl3pPr>
            <a:lvl4pPr lvl="3">
              <a:spcBef>
                <a:spcPts val="0"/>
              </a:spcBef>
              <a:spcAft>
                <a:spcPts val="0"/>
              </a:spcAft>
              <a:buSzPts val="7627"/>
              <a:buNone/>
              <a:defRPr sz="7627"/>
            </a:lvl4pPr>
            <a:lvl5pPr lvl="4">
              <a:spcBef>
                <a:spcPts val="0"/>
              </a:spcBef>
              <a:spcAft>
                <a:spcPts val="0"/>
              </a:spcAft>
              <a:buSzPts val="7627"/>
              <a:buNone/>
              <a:defRPr sz="7627"/>
            </a:lvl5pPr>
            <a:lvl6pPr lvl="5">
              <a:spcBef>
                <a:spcPts val="0"/>
              </a:spcBef>
              <a:spcAft>
                <a:spcPts val="0"/>
              </a:spcAft>
              <a:buSzPts val="7627"/>
              <a:buNone/>
              <a:defRPr sz="7627"/>
            </a:lvl6pPr>
            <a:lvl7pPr lvl="6">
              <a:spcBef>
                <a:spcPts val="0"/>
              </a:spcBef>
              <a:spcAft>
                <a:spcPts val="0"/>
              </a:spcAft>
              <a:buSzPts val="7627"/>
              <a:buNone/>
              <a:defRPr sz="7627"/>
            </a:lvl7pPr>
            <a:lvl8pPr lvl="7">
              <a:spcBef>
                <a:spcPts val="0"/>
              </a:spcBef>
              <a:spcAft>
                <a:spcPts val="0"/>
              </a:spcAft>
              <a:buSzPts val="7627"/>
              <a:buNone/>
              <a:defRPr sz="7627"/>
            </a:lvl8pPr>
            <a:lvl9pPr lvl="8">
              <a:spcBef>
                <a:spcPts val="0"/>
              </a:spcBef>
              <a:spcAft>
                <a:spcPts val="0"/>
              </a:spcAft>
              <a:buSzPts val="7627"/>
              <a:buNone/>
              <a:defRPr sz="7627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654570" y="7411200"/>
            <a:ext cx="5896800" cy="16956900"/>
          </a:xfrm>
          <a:prstGeom prst="rect">
            <a:avLst/>
          </a:prstGeom>
        </p:spPr>
        <p:txBody>
          <a:bodyPr spcFirstLastPara="1" wrap="square" lIns="290525" tIns="290525" rIns="290525" bIns="290525" anchor="t" anchorCtr="0">
            <a:normAutofit/>
          </a:bodyPr>
          <a:lstStyle>
            <a:lvl1pPr marL="457200" lvl="0" indent="-470746">
              <a:spcBef>
                <a:spcPts val="0"/>
              </a:spcBef>
              <a:spcAft>
                <a:spcPts val="0"/>
              </a:spcAft>
              <a:buSzPts val="3813"/>
              <a:buChar char="●"/>
              <a:defRPr sz="3813"/>
            </a:lvl1pPr>
            <a:lvl2pPr marL="914400" lvl="1" indent="-470746">
              <a:spcBef>
                <a:spcPts val="0"/>
              </a:spcBef>
              <a:spcAft>
                <a:spcPts val="0"/>
              </a:spcAft>
              <a:buSzPts val="3813"/>
              <a:buChar char="○"/>
              <a:defRPr sz="3813"/>
            </a:lvl2pPr>
            <a:lvl3pPr marL="1371600" lvl="2" indent="-470746">
              <a:spcBef>
                <a:spcPts val="0"/>
              </a:spcBef>
              <a:spcAft>
                <a:spcPts val="0"/>
              </a:spcAft>
              <a:buSzPts val="3813"/>
              <a:buChar char="■"/>
              <a:defRPr sz="3813"/>
            </a:lvl3pPr>
            <a:lvl4pPr marL="1828800" lvl="3" indent="-470746">
              <a:spcBef>
                <a:spcPts val="0"/>
              </a:spcBef>
              <a:spcAft>
                <a:spcPts val="0"/>
              </a:spcAft>
              <a:buSzPts val="3813"/>
              <a:buChar char="●"/>
              <a:defRPr sz="3813"/>
            </a:lvl4pPr>
            <a:lvl5pPr marL="2286000" lvl="4" indent="-470746">
              <a:spcBef>
                <a:spcPts val="0"/>
              </a:spcBef>
              <a:spcAft>
                <a:spcPts val="0"/>
              </a:spcAft>
              <a:buSzPts val="3813"/>
              <a:buChar char="○"/>
              <a:defRPr sz="3813"/>
            </a:lvl5pPr>
            <a:lvl6pPr marL="2743200" lvl="5" indent="-470746">
              <a:spcBef>
                <a:spcPts val="0"/>
              </a:spcBef>
              <a:spcAft>
                <a:spcPts val="0"/>
              </a:spcAft>
              <a:buSzPts val="3813"/>
              <a:buChar char="■"/>
              <a:defRPr sz="3813"/>
            </a:lvl6pPr>
            <a:lvl7pPr marL="3200400" lvl="6" indent="-470746">
              <a:spcBef>
                <a:spcPts val="0"/>
              </a:spcBef>
              <a:spcAft>
                <a:spcPts val="0"/>
              </a:spcAft>
              <a:buSzPts val="3813"/>
              <a:buChar char="●"/>
              <a:defRPr sz="3813"/>
            </a:lvl7pPr>
            <a:lvl8pPr marL="3657600" lvl="7" indent="-470746">
              <a:spcBef>
                <a:spcPts val="0"/>
              </a:spcBef>
              <a:spcAft>
                <a:spcPts val="0"/>
              </a:spcAft>
              <a:buSzPts val="3813"/>
              <a:buChar char="○"/>
              <a:defRPr sz="3813"/>
            </a:lvl8pPr>
            <a:lvl9pPr marL="4114800" lvl="8" indent="-470746">
              <a:spcBef>
                <a:spcPts val="0"/>
              </a:spcBef>
              <a:spcAft>
                <a:spcPts val="0"/>
              </a:spcAft>
              <a:buSzPts val="3813"/>
              <a:buChar char="■"/>
              <a:defRPr sz="3813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7792161" y="24870490"/>
            <a:ext cx="1152300" cy="20991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lvl="0">
              <a:buNone/>
              <a:defRPr sz="3178"/>
            </a:lvl1pPr>
            <a:lvl2pPr lvl="1">
              <a:buNone/>
              <a:defRPr sz="3178"/>
            </a:lvl2pPr>
            <a:lvl3pPr lvl="2">
              <a:buNone/>
              <a:defRPr sz="3178"/>
            </a:lvl3pPr>
            <a:lvl4pPr lvl="3">
              <a:buNone/>
              <a:defRPr sz="3178"/>
            </a:lvl4pPr>
            <a:lvl5pPr lvl="4">
              <a:buNone/>
              <a:defRPr sz="3178"/>
            </a:lvl5pPr>
            <a:lvl6pPr lvl="5">
              <a:buNone/>
              <a:defRPr sz="3178"/>
            </a:lvl6pPr>
            <a:lvl7pPr lvl="6">
              <a:buNone/>
              <a:defRPr sz="3178"/>
            </a:lvl7pPr>
            <a:lvl8pPr lvl="7">
              <a:buNone/>
              <a:defRPr sz="3178"/>
            </a:lvl8pPr>
            <a:lvl9pPr lvl="8">
              <a:buNone/>
              <a:defRPr sz="3178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1029525" y="2400800"/>
            <a:ext cx="13372500" cy="218175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253"/>
              <a:buNone/>
              <a:defRPr sz="15253"/>
            </a:lvl1pPr>
            <a:lvl2pPr lvl="1">
              <a:spcBef>
                <a:spcPts val="0"/>
              </a:spcBef>
              <a:spcAft>
                <a:spcPts val="0"/>
              </a:spcAft>
              <a:buSzPts val="15253"/>
              <a:buNone/>
              <a:defRPr sz="15253"/>
            </a:lvl2pPr>
            <a:lvl3pPr lvl="2">
              <a:spcBef>
                <a:spcPts val="0"/>
              </a:spcBef>
              <a:spcAft>
                <a:spcPts val="0"/>
              </a:spcAft>
              <a:buSzPts val="15253"/>
              <a:buNone/>
              <a:defRPr sz="15253"/>
            </a:lvl3pPr>
            <a:lvl4pPr lvl="3">
              <a:spcBef>
                <a:spcPts val="0"/>
              </a:spcBef>
              <a:spcAft>
                <a:spcPts val="0"/>
              </a:spcAft>
              <a:buSzPts val="15253"/>
              <a:buNone/>
              <a:defRPr sz="15253"/>
            </a:lvl4pPr>
            <a:lvl5pPr lvl="4">
              <a:spcBef>
                <a:spcPts val="0"/>
              </a:spcBef>
              <a:spcAft>
                <a:spcPts val="0"/>
              </a:spcAft>
              <a:buSzPts val="15253"/>
              <a:buNone/>
              <a:defRPr sz="15253"/>
            </a:lvl5pPr>
            <a:lvl6pPr lvl="5">
              <a:spcBef>
                <a:spcPts val="0"/>
              </a:spcBef>
              <a:spcAft>
                <a:spcPts val="0"/>
              </a:spcAft>
              <a:buSzPts val="15253"/>
              <a:buNone/>
              <a:defRPr sz="15253"/>
            </a:lvl6pPr>
            <a:lvl7pPr lvl="6">
              <a:spcBef>
                <a:spcPts val="0"/>
              </a:spcBef>
              <a:spcAft>
                <a:spcPts val="0"/>
              </a:spcAft>
              <a:buSzPts val="15253"/>
              <a:buNone/>
              <a:defRPr sz="15253"/>
            </a:lvl7pPr>
            <a:lvl8pPr lvl="7">
              <a:spcBef>
                <a:spcPts val="0"/>
              </a:spcBef>
              <a:spcAft>
                <a:spcPts val="0"/>
              </a:spcAft>
              <a:buSzPts val="15253"/>
              <a:buNone/>
              <a:defRPr sz="15253"/>
            </a:lvl8pPr>
            <a:lvl9pPr lvl="8">
              <a:spcBef>
                <a:spcPts val="0"/>
              </a:spcBef>
              <a:spcAft>
                <a:spcPts val="0"/>
              </a:spcAft>
              <a:buSzPts val="15253"/>
              <a:buNone/>
              <a:defRPr sz="15253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7792161" y="24870490"/>
            <a:ext cx="1152300" cy="20991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lvl="0">
              <a:buNone/>
              <a:defRPr sz="3178"/>
            </a:lvl1pPr>
            <a:lvl2pPr lvl="1">
              <a:buNone/>
              <a:defRPr sz="3178"/>
            </a:lvl2pPr>
            <a:lvl3pPr lvl="2">
              <a:buNone/>
              <a:defRPr sz="3178"/>
            </a:lvl3pPr>
            <a:lvl4pPr lvl="3">
              <a:buNone/>
              <a:defRPr sz="3178"/>
            </a:lvl4pPr>
            <a:lvl5pPr lvl="4">
              <a:buNone/>
              <a:defRPr sz="3178"/>
            </a:lvl5pPr>
            <a:lvl6pPr lvl="5">
              <a:buNone/>
              <a:defRPr sz="3178"/>
            </a:lvl6pPr>
            <a:lvl7pPr lvl="6">
              <a:buNone/>
              <a:defRPr sz="3178"/>
            </a:lvl7pPr>
            <a:lvl8pPr lvl="7">
              <a:buNone/>
              <a:defRPr sz="3178"/>
            </a:lvl8pPr>
            <a:lvl9pPr lvl="8">
              <a:buNone/>
              <a:defRPr sz="3178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9601200" y="-667"/>
            <a:ext cx="9601200" cy="2743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290525" tIns="290525" rIns="290525" bIns="290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557550" y="6576933"/>
            <a:ext cx="8494800" cy="7905600"/>
          </a:xfrm>
          <a:prstGeom prst="rect">
            <a:avLst/>
          </a:prstGeom>
        </p:spPr>
        <p:txBody>
          <a:bodyPr spcFirstLastPara="1" wrap="square" lIns="290525" tIns="290525" rIns="290525" bIns="2905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347"/>
              <a:buNone/>
              <a:defRPr sz="13347"/>
            </a:lvl1pPr>
            <a:lvl2pPr lvl="1" algn="ctr">
              <a:spcBef>
                <a:spcPts val="0"/>
              </a:spcBef>
              <a:spcAft>
                <a:spcPts val="0"/>
              </a:spcAft>
              <a:buSzPts val="13347"/>
              <a:buNone/>
              <a:defRPr sz="13347"/>
            </a:lvl2pPr>
            <a:lvl3pPr lvl="2" algn="ctr">
              <a:spcBef>
                <a:spcPts val="0"/>
              </a:spcBef>
              <a:spcAft>
                <a:spcPts val="0"/>
              </a:spcAft>
              <a:buSzPts val="13347"/>
              <a:buNone/>
              <a:defRPr sz="13347"/>
            </a:lvl3pPr>
            <a:lvl4pPr lvl="3" algn="ctr">
              <a:spcBef>
                <a:spcPts val="0"/>
              </a:spcBef>
              <a:spcAft>
                <a:spcPts val="0"/>
              </a:spcAft>
              <a:buSzPts val="13347"/>
              <a:buNone/>
              <a:defRPr sz="13347"/>
            </a:lvl4pPr>
            <a:lvl5pPr lvl="4" algn="ctr">
              <a:spcBef>
                <a:spcPts val="0"/>
              </a:spcBef>
              <a:spcAft>
                <a:spcPts val="0"/>
              </a:spcAft>
              <a:buSzPts val="13347"/>
              <a:buNone/>
              <a:defRPr sz="13347"/>
            </a:lvl5pPr>
            <a:lvl6pPr lvl="5" algn="ctr">
              <a:spcBef>
                <a:spcPts val="0"/>
              </a:spcBef>
              <a:spcAft>
                <a:spcPts val="0"/>
              </a:spcAft>
              <a:buSzPts val="13347"/>
              <a:buNone/>
              <a:defRPr sz="13347"/>
            </a:lvl6pPr>
            <a:lvl7pPr lvl="6" algn="ctr">
              <a:spcBef>
                <a:spcPts val="0"/>
              </a:spcBef>
              <a:spcAft>
                <a:spcPts val="0"/>
              </a:spcAft>
              <a:buSzPts val="13347"/>
              <a:buNone/>
              <a:defRPr sz="13347"/>
            </a:lvl7pPr>
            <a:lvl8pPr lvl="7" algn="ctr">
              <a:spcBef>
                <a:spcPts val="0"/>
              </a:spcBef>
              <a:spcAft>
                <a:spcPts val="0"/>
              </a:spcAft>
              <a:buSzPts val="13347"/>
              <a:buNone/>
              <a:defRPr sz="13347"/>
            </a:lvl8pPr>
            <a:lvl9pPr lvl="8" algn="ctr">
              <a:spcBef>
                <a:spcPts val="0"/>
              </a:spcBef>
              <a:spcAft>
                <a:spcPts val="0"/>
              </a:spcAft>
              <a:buSzPts val="13347"/>
              <a:buNone/>
              <a:defRPr sz="13347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557550" y="14949733"/>
            <a:ext cx="8494800" cy="6587100"/>
          </a:xfrm>
          <a:prstGeom prst="rect">
            <a:avLst/>
          </a:prstGeom>
        </p:spPr>
        <p:txBody>
          <a:bodyPr spcFirstLastPara="1" wrap="square" lIns="290525" tIns="290525" rIns="290525" bIns="2905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73"/>
              <a:buNone/>
              <a:defRPr sz="667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73"/>
              <a:buNone/>
              <a:defRPr sz="667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73"/>
              <a:buNone/>
              <a:defRPr sz="667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73"/>
              <a:buNone/>
              <a:defRPr sz="667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73"/>
              <a:buNone/>
              <a:defRPr sz="667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73"/>
              <a:buNone/>
              <a:defRPr sz="667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73"/>
              <a:buNone/>
              <a:defRPr sz="667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73"/>
              <a:buNone/>
              <a:defRPr sz="667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73"/>
              <a:buNone/>
              <a:defRPr sz="6673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10372950" y="3861733"/>
            <a:ext cx="8057700" cy="197073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marL="457200" lvl="0" indent="-591820">
              <a:spcBef>
                <a:spcPts val="0"/>
              </a:spcBef>
              <a:spcAft>
                <a:spcPts val="0"/>
              </a:spcAft>
              <a:buSzPts val="5720"/>
              <a:buChar char="●"/>
              <a:defRPr sz="5720"/>
            </a:lvl1pPr>
            <a:lvl2pPr marL="914400" lvl="1" indent="-511105">
              <a:spcBef>
                <a:spcPts val="0"/>
              </a:spcBef>
              <a:spcAft>
                <a:spcPts val="0"/>
              </a:spcAft>
              <a:buSzPts val="4449"/>
              <a:buChar char="○"/>
              <a:defRPr sz="4449"/>
            </a:lvl2pPr>
            <a:lvl3pPr marL="1371600" lvl="2" indent="-511105">
              <a:spcBef>
                <a:spcPts val="0"/>
              </a:spcBef>
              <a:spcAft>
                <a:spcPts val="0"/>
              </a:spcAft>
              <a:buSzPts val="4449"/>
              <a:buChar char="■"/>
              <a:defRPr sz="4449"/>
            </a:lvl3pPr>
            <a:lvl4pPr marL="1828800" lvl="3" indent="-511105">
              <a:spcBef>
                <a:spcPts val="0"/>
              </a:spcBef>
              <a:spcAft>
                <a:spcPts val="0"/>
              </a:spcAft>
              <a:buSzPts val="4449"/>
              <a:buChar char="●"/>
              <a:defRPr sz="4449"/>
            </a:lvl4pPr>
            <a:lvl5pPr marL="2286000" lvl="4" indent="-511104">
              <a:spcBef>
                <a:spcPts val="0"/>
              </a:spcBef>
              <a:spcAft>
                <a:spcPts val="0"/>
              </a:spcAft>
              <a:buSzPts val="4449"/>
              <a:buChar char="○"/>
              <a:defRPr sz="4449"/>
            </a:lvl5pPr>
            <a:lvl6pPr marL="2743200" lvl="5" indent="-511104">
              <a:spcBef>
                <a:spcPts val="0"/>
              </a:spcBef>
              <a:spcAft>
                <a:spcPts val="0"/>
              </a:spcAft>
              <a:buSzPts val="4449"/>
              <a:buChar char="■"/>
              <a:defRPr sz="4449"/>
            </a:lvl6pPr>
            <a:lvl7pPr marL="3200400" lvl="6" indent="-511104">
              <a:spcBef>
                <a:spcPts val="0"/>
              </a:spcBef>
              <a:spcAft>
                <a:spcPts val="0"/>
              </a:spcAft>
              <a:buSzPts val="4449"/>
              <a:buChar char="●"/>
              <a:defRPr sz="4449"/>
            </a:lvl7pPr>
            <a:lvl8pPr marL="3657600" lvl="7" indent="-511104">
              <a:spcBef>
                <a:spcPts val="0"/>
              </a:spcBef>
              <a:spcAft>
                <a:spcPts val="0"/>
              </a:spcAft>
              <a:buSzPts val="4449"/>
              <a:buChar char="○"/>
              <a:defRPr sz="4449"/>
            </a:lvl8pPr>
            <a:lvl9pPr marL="4114800" lvl="8" indent="-511104">
              <a:spcBef>
                <a:spcPts val="0"/>
              </a:spcBef>
              <a:spcAft>
                <a:spcPts val="0"/>
              </a:spcAft>
              <a:buSzPts val="4449"/>
              <a:buChar char="■"/>
              <a:defRPr sz="4449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7792161" y="24870490"/>
            <a:ext cx="1152300" cy="20991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lvl="0">
              <a:buNone/>
              <a:defRPr sz="3178"/>
            </a:lvl1pPr>
            <a:lvl2pPr lvl="1">
              <a:buNone/>
              <a:defRPr sz="3178"/>
            </a:lvl2pPr>
            <a:lvl3pPr lvl="2">
              <a:buNone/>
              <a:defRPr sz="3178"/>
            </a:lvl3pPr>
            <a:lvl4pPr lvl="3">
              <a:buNone/>
              <a:defRPr sz="3178"/>
            </a:lvl4pPr>
            <a:lvl5pPr lvl="4">
              <a:buNone/>
              <a:defRPr sz="3178"/>
            </a:lvl5pPr>
            <a:lvl6pPr lvl="5">
              <a:buNone/>
              <a:defRPr sz="3178"/>
            </a:lvl6pPr>
            <a:lvl7pPr lvl="6">
              <a:buNone/>
              <a:defRPr sz="3178"/>
            </a:lvl7pPr>
            <a:lvl8pPr lvl="7">
              <a:buNone/>
              <a:defRPr sz="3178"/>
            </a:lvl8pPr>
            <a:lvl9pPr lvl="8">
              <a:buNone/>
              <a:defRPr sz="3178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654570" y="22563067"/>
            <a:ext cx="12597600" cy="32271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20"/>
              <a:buNone/>
              <a:defRPr sz="5720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7792161" y="24870490"/>
            <a:ext cx="1152300" cy="20991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lvl="0">
              <a:buNone/>
              <a:defRPr sz="3178"/>
            </a:lvl1pPr>
            <a:lvl2pPr lvl="1">
              <a:buNone/>
              <a:defRPr sz="3178"/>
            </a:lvl2pPr>
            <a:lvl3pPr lvl="2">
              <a:buNone/>
              <a:defRPr sz="3178"/>
            </a:lvl3pPr>
            <a:lvl4pPr lvl="3">
              <a:buNone/>
              <a:defRPr sz="3178"/>
            </a:lvl4pPr>
            <a:lvl5pPr lvl="4">
              <a:buNone/>
              <a:defRPr sz="3178"/>
            </a:lvl5pPr>
            <a:lvl6pPr lvl="5">
              <a:buNone/>
              <a:defRPr sz="3178"/>
            </a:lvl6pPr>
            <a:lvl7pPr lvl="6">
              <a:buNone/>
              <a:defRPr sz="3178"/>
            </a:lvl7pPr>
            <a:lvl8pPr lvl="7">
              <a:buNone/>
              <a:defRPr sz="3178"/>
            </a:lvl8pPr>
            <a:lvl9pPr lvl="8">
              <a:buNone/>
              <a:defRPr sz="3178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654570" y="5899333"/>
            <a:ext cx="17893200" cy="10472100"/>
          </a:xfrm>
          <a:prstGeom prst="rect">
            <a:avLst/>
          </a:prstGeom>
        </p:spPr>
        <p:txBody>
          <a:bodyPr spcFirstLastPara="1" wrap="square" lIns="290525" tIns="290525" rIns="290525" bIns="2905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133"/>
              <a:buNone/>
              <a:defRPr sz="38133"/>
            </a:lvl1pPr>
            <a:lvl2pPr lvl="1" algn="ctr">
              <a:spcBef>
                <a:spcPts val="0"/>
              </a:spcBef>
              <a:spcAft>
                <a:spcPts val="0"/>
              </a:spcAft>
              <a:buSzPts val="38133"/>
              <a:buNone/>
              <a:defRPr sz="38133"/>
            </a:lvl2pPr>
            <a:lvl3pPr lvl="2" algn="ctr">
              <a:spcBef>
                <a:spcPts val="0"/>
              </a:spcBef>
              <a:spcAft>
                <a:spcPts val="0"/>
              </a:spcAft>
              <a:buSzPts val="38133"/>
              <a:buNone/>
              <a:defRPr sz="38133"/>
            </a:lvl3pPr>
            <a:lvl4pPr lvl="3" algn="ctr">
              <a:spcBef>
                <a:spcPts val="0"/>
              </a:spcBef>
              <a:spcAft>
                <a:spcPts val="0"/>
              </a:spcAft>
              <a:buSzPts val="38133"/>
              <a:buNone/>
              <a:defRPr sz="38133"/>
            </a:lvl4pPr>
            <a:lvl5pPr lvl="4" algn="ctr">
              <a:spcBef>
                <a:spcPts val="0"/>
              </a:spcBef>
              <a:spcAft>
                <a:spcPts val="0"/>
              </a:spcAft>
              <a:buSzPts val="38133"/>
              <a:buNone/>
              <a:defRPr sz="38133"/>
            </a:lvl5pPr>
            <a:lvl6pPr lvl="5" algn="ctr">
              <a:spcBef>
                <a:spcPts val="0"/>
              </a:spcBef>
              <a:spcAft>
                <a:spcPts val="0"/>
              </a:spcAft>
              <a:buSzPts val="38133"/>
              <a:buNone/>
              <a:defRPr sz="38133"/>
            </a:lvl6pPr>
            <a:lvl7pPr lvl="6" algn="ctr">
              <a:spcBef>
                <a:spcPts val="0"/>
              </a:spcBef>
              <a:spcAft>
                <a:spcPts val="0"/>
              </a:spcAft>
              <a:buSzPts val="38133"/>
              <a:buNone/>
              <a:defRPr sz="38133"/>
            </a:lvl7pPr>
            <a:lvl8pPr lvl="7" algn="ctr">
              <a:spcBef>
                <a:spcPts val="0"/>
              </a:spcBef>
              <a:spcAft>
                <a:spcPts val="0"/>
              </a:spcAft>
              <a:buSzPts val="38133"/>
              <a:buNone/>
              <a:defRPr sz="38133"/>
            </a:lvl8pPr>
            <a:lvl9pPr lvl="8" algn="ctr">
              <a:spcBef>
                <a:spcPts val="0"/>
              </a:spcBef>
              <a:spcAft>
                <a:spcPts val="0"/>
              </a:spcAft>
              <a:buSzPts val="38133"/>
              <a:buNone/>
              <a:defRPr sz="38133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654570" y="16811867"/>
            <a:ext cx="17893200" cy="6937500"/>
          </a:xfrm>
          <a:prstGeom prst="rect">
            <a:avLst/>
          </a:prstGeom>
        </p:spPr>
        <p:txBody>
          <a:bodyPr spcFirstLastPara="1" wrap="square" lIns="290525" tIns="290525" rIns="290525" bIns="290525" anchor="t" anchorCtr="0">
            <a:normAutofit/>
          </a:bodyPr>
          <a:lstStyle>
            <a:lvl1pPr marL="457200" lvl="0" indent="-591820" algn="ctr">
              <a:spcBef>
                <a:spcPts val="0"/>
              </a:spcBef>
              <a:spcAft>
                <a:spcPts val="0"/>
              </a:spcAft>
              <a:buSzPts val="5720"/>
              <a:buChar char="●"/>
              <a:defRPr sz="5720"/>
            </a:lvl1pPr>
            <a:lvl2pPr marL="914400" lvl="1" indent="-511105" algn="ctr">
              <a:spcBef>
                <a:spcPts val="0"/>
              </a:spcBef>
              <a:spcAft>
                <a:spcPts val="0"/>
              </a:spcAft>
              <a:buSzPts val="4449"/>
              <a:buChar char="○"/>
              <a:defRPr sz="4449"/>
            </a:lvl2pPr>
            <a:lvl3pPr marL="1371600" lvl="2" indent="-511105" algn="ctr">
              <a:spcBef>
                <a:spcPts val="0"/>
              </a:spcBef>
              <a:spcAft>
                <a:spcPts val="0"/>
              </a:spcAft>
              <a:buSzPts val="4449"/>
              <a:buChar char="■"/>
              <a:defRPr sz="4449"/>
            </a:lvl3pPr>
            <a:lvl4pPr marL="1828800" lvl="3" indent="-511105" algn="ctr">
              <a:spcBef>
                <a:spcPts val="0"/>
              </a:spcBef>
              <a:spcAft>
                <a:spcPts val="0"/>
              </a:spcAft>
              <a:buSzPts val="4449"/>
              <a:buChar char="●"/>
              <a:defRPr sz="4449"/>
            </a:lvl4pPr>
            <a:lvl5pPr marL="2286000" lvl="4" indent="-511104" algn="ctr">
              <a:spcBef>
                <a:spcPts val="0"/>
              </a:spcBef>
              <a:spcAft>
                <a:spcPts val="0"/>
              </a:spcAft>
              <a:buSzPts val="4449"/>
              <a:buChar char="○"/>
              <a:defRPr sz="4449"/>
            </a:lvl5pPr>
            <a:lvl6pPr marL="2743200" lvl="5" indent="-511104" algn="ctr">
              <a:spcBef>
                <a:spcPts val="0"/>
              </a:spcBef>
              <a:spcAft>
                <a:spcPts val="0"/>
              </a:spcAft>
              <a:buSzPts val="4449"/>
              <a:buChar char="■"/>
              <a:defRPr sz="4449"/>
            </a:lvl6pPr>
            <a:lvl7pPr marL="3200400" lvl="6" indent="-511104" algn="ctr">
              <a:spcBef>
                <a:spcPts val="0"/>
              </a:spcBef>
              <a:spcAft>
                <a:spcPts val="0"/>
              </a:spcAft>
              <a:buSzPts val="4449"/>
              <a:buChar char="●"/>
              <a:defRPr sz="4449"/>
            </a:lvl7pPr>
            <a:lvl8pPr marL="3657600" lvl="7" indent="-511104" algn="ctr">
              <a:spcBef>
                <a:spcPts val="0"/>
              </a:spcBef>
              <a:spcAft>
                <a:spcPts val="0"/>
              </a:spcAft>
              <a:buSzPts val="4449"/>
              <a:buChar char="○"/>
              <a:defRPr sz="4449"/>
            </a:lvl8pPr>
            <a:lvl9pPr marL="4114800" lvl="8" indent="-511104" algn="ctr">
              <a:spcBef>
                <a:spcPts val="0"/>
              </a:spcBef>
              <a:spcAft>
                <a:spcPts val="0"/>
              </a:spcAft>
              <a:buSzPts val="4449"/>
              <a:buChar char="■"/>
              <a:defRPr sz="4449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7792161" y="24870490"/>
            <a:ext cx="1152300" cy="20991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lvl="0">
              <a:buNone/>
              <a:defRPr sz="3178"/>
            </a:lvl1pPr>
            <a:lvl2pPr lvl="1">
              <a:buNone/>
              <a:defRPr sz="3178"/>
            </a:lvl2pPr>
            <a:lvl3pPr lvl="2">
              <a:buNone/>
              <a:defRPr sz="3178"/>
            </a:lvl3pPr>
            <a:lvl4pPr lvl="3">
              <a:buNone/>
              <a:defRPr sz="3178"/>
            </a:lvl4pPr>
            <a:lvl5pPr lvl="4">
              <a:buNone/>
              <a:defRPr sz="3178"/>
            </a:lvl5pPr>
            <a:lvl6pPr lvl="5">
              <a:buNone/>
              <a:defRPr sz="3178"/>
            </a:lvl6pPr>
            <a:lvl7pPr lvl="6">
              <a:buNone/>
              <a:defRPr sz="3178"/>
            </a:lvl7pPr>
            <a:lvl8pPr lvl="7">
              <a:buNone/>
              <a:defRPr sz="3178"/>
            </a:lvl8pPr>
            <a:lvl9pPr lvl="8">
              <a:buNone/>
              <a:defRPr sz="3178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7792161" y="24870490"/>
            <a:ext cx="1152300" cy="20991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lvl="0">
              <a:buNone/>
              <a:defRPr sz="3178"/>
            </a:lvl1pPr>
            <a:lvl2pPr lvl="1">
              <a:buNone/>
              <a:defRPr sz="3178"/>
            </a:lvl2pPr>
            <a:lvl3pPr lvl="2">
              <a:buNone/>
              <a:defRPr sz="3178"/>
            </a:lvl3pPr>
            <a:lvl4pPr lvl="3">
              <a:buNone/>
              <a:defRPr sz="3178"/>
            </a:lvl4pPr>
            <a:lvl5pPr lvl="4">
              <a:buNone/>
              <a:defRPr sz="3178"/>
            </a:lvl5pPr>
            <a:lvl6pPr lvl="5">
              <a:buNone/>
              <a:defRPr sz="3178"/>
            </a:lvl6pPr>
            <a:lvl7pPr lvl="6">
              <a:buNone/>
              <a:defRPr sz="3178"/>
            </a:lvl7pPr>
            <a:lvl8pPr lvl="7">
              <a:buNone/>
              <a:defRPr sz="3178"/>
            </a:lvl8pPr>
            <a:lvl9pPr lvl="8">
              <a:buNone/>
              <a:defRPr sz="3178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54570" y="2373467"/>
            <a:ext cx="17893200" cy="30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0525" tIns="290525" rIns="290525" bIns="2905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98"/>
              <a:buNone/>
              <a:defRPr sz="8898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98"/>
              <a:buNone/>
              <a:defRPr sz="8898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98"/>
              <a:buNone/>
              <a:defRPr sz="8898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98"/>
              <a:buNone/>
              <a:defRPr sz="8898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98"/>
              <a:buNone/>
              <a:defRPr sz="8898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98"/>
              <a:buNone/>
              <a:defRPr sz="8898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98"/>
              <a:buNone/>
              <a:defRPr sz="8898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98"/>
              <a:buNone/>
              <a:defRPr sz="8898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98"/>
              <a:buNone/>
              <a:defRPr sz="8898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54570" y="6146533"/>
            <a:ext cx="17893200" cy="182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0525" tIns="290525" rIns="290525" bIns="290525" anchor="t" anchorCtr="0">
            <a:normAutofit/>
          </a:bodyPr>
          <a:lstStyle>
            <a:lvl1pPr marL="457200" lvl="0" indent="-59182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720"/>
              <a:buChar char="●"/>
              <a:defRPr sz="5720">
                <a:solidFill>
                  <a:schemeClr val="dk2"/>
                </a:solidFill>
              </a:defRPr>
            </a:lvl1pPr>
            <a:lvl2pPr marL="914400" lvl="1" indent="-51110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49"/>
              <a:buChar char="○"/>
              <a:defRPr sz="4449">
                <a:solidFill>
                  <a:schemeClr val="dk2"/>
                </a:solidFill>
              </a:defRPr>
            </a:lvl2pPr>
            <a:lvl3pPr marL="1371600" lvl="2" indent="-51110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49"/>
              <a:buChar char="■"/>
              <a:defRPr sz="4449">
                <a:solidFill>
                  <a:schemeClr val="dk2"/>
                </a:solidFill>
              </a:defRPr>
            </a:lvl3pPr>
            <a:lvl4pPr marL="1828800" lvl="3" indent="-51110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49"/>
              <a:buChar char="●"/>
              <a:defRPr sz="4449">
                <a:solidFill>
                  <a:schemeClr val="dk2"/>
                </a:solidFill>
              </a:defRPr>
            </a:lvl4pPr>
            <a:lvl5pPr marL="2286000" lvl="4" indent="-51110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49"/>
              <a:buChar char="○"/>
              <a:defRPr sz="4449">
                <a:solidFill>
                  <a:schemeClr val="dk2"/>
                </a:solidFill>
              </a:defRPr>
            </a:lvl5pPr>
            <a:lvl6pPr marL="2743200" lvl="5" indent="-51110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49"/>
              <a:buChar char="■"/>
              <a:defRPr sz="4449">
                <a:solidFill>
                  <a:schemeClr val="dk2"/>
                </a:solidFill>
              </a:defRPr>
            </a:lvl6pPr>
            <a:lvl7pPr marL="3200400" lvl="6" indent="-51110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49"/>
              <a:buChar char="●"/>
              <a:defRPr sz="4449">
                <a:solidFill>
                  <a:schemeClr val="dk2"/>
                </a:solidFill>
              </a:defRPr>
            </a:lvl7pPr>
            <a:lvl8pPr marL="3657600" lvl="7" indent="-51110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49"/>
              <a:buChar char="○"/>
              <a:defRPr sz="4449">
                <a:solidFill>
                  <a:schemeClr val="dk2"/>
                </a:solidFill>
              </a:defRPr>
            </a:lvl8pPr>
            <a:lvl9pPr marL="4114800" lvl="8" indent="-51110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49"/>
              <a:buChar char="■"/>
              <a:defRPr sz="4449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7792161" y="24870490"/>
            <a:ext cx="1152300" cy="20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0525" tIns="290525" rIns="290525" bIns="290525" anchor="ctr" anchorCtr="0">
            <a:normAutofit/>
          </a:bodyPr>
          <a:lstStyle>
            <a:lvl1pPr lvl="0" algn="r">
              <a:buNone/>
              <a:defRPr sz="3178">
                <a:solidFill>
                  <a:schemeClr val="dk2"/>
                </a:solidFill>
              </a:defRPr>
            </a:lvl1pPr>
            <a:lvl2pPr lvl="1" algn="r">
              <a:buNone/>
              <a:defRPr sz="3178">
                <a:solidFill>
                  <a:schemeClr val="dk2"/>
                </a:solidFill>
              </a:defRPr>
            </a:lvl2pPr>
            <a:lvl3pPr lvl="2" algn="r">
              <a:buNone/>
              <a:defRPr sz="3178">
                <a:solidFill>
                  <a:schemeClr val="dk2"/>
                </a:solidFill>
              </a:defRPr>
            </a:lvl3pPr>
            <a:lvl4pPr lvl="3" algn="r">
              <a:buNone/>
              <a:defRPr sz="3178">
                <a:solidFill>
                  <a:schemeClr val="dk2"/>
                </a:solidFill>
              </a:defRPr>
            </a:lvl4pPr>
            <a:lvl5pPr lvl="4" algn="r">
              <a:buNone/>
              <a:defRPr sz="3178">
                <a:solidFill>
                  <a:schemeClr val="dk2"/>
                </a:solidFill>
              </a:defRPr>
            </a:lvl5pPr>
            <a:lvl6pPr lvl="5" algn="r">
              <a:buNone/>
              <a:defRPr sz="3178">
                <a:solidFill>
                  <a:schemeClr val="dk2"/>
                </a:solidFill>
              </a:defRPr>
            </a:lvl6pPr>
            <a:lvl7pPr lvl="6" algn="r">
              <a:buNone/>
              <a:defRPr sz="3178">
                <a:solidFill>
                  <a:schemeClr val="dk2"/>
                </a:solidFill>
              </a:defRPr>
            </a:lvl7pPr>
            <a:lvl8pPr lvl="7" algn="r">
              <a:buNone/>
              <a:defRPr sz="3178">
                <a:solidFill>
                  <a:schemeClr val="dk2"/>
                </a:solidFill>
              </a:defRPr>
            </a:lvl8pPr>
            <a:lvl9pPr lvl="8" algn="r">
              <a:buNone/>
              <a:defRPr sz="3178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8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562095" y="977926"/>
            <a:ext cx="9525443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rgbClr val="F26F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Guía </a:t>
            </a:r>
            <a:r>
              <a:rPr lang="en" sz="7200" dirty="0" err="1">
                <a:solidFill>
                  <a:srgbClr val="F26F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Operativa</a:t>
            </a:r>
            <a:endParaRPr sz="7200" dirty="0">
              <a:solidFill>
                <a:srgbClr val="F26F3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337456" y="2608476"/>
            <a:ext cx="10585500" cy="12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6620" dirty="0">
                <a:latin typeface="Montserrat ExtraBold"/>
                <a:ea typeface="Microsoft JhengHei Light" panose="020B0304030504040204" pitchFamily="34" charset="-120"/>
                <a:cs typeface="Montserrat ExtraBold"/>
                <a:sym typeface="Montserrat ExtraBold"/>
              </a:rPr>
              <a:t>{{</a:t>
            </a:r>
            <a:r>
              <a:rPr lang="es-VE" sz="6620" dirty="0" err="1">
                <a:latin typeface="Montserrat ExtraBold"/>
                <a:ea typeface="Microsoft JhengHei Light" panose="020B0304030504040204" pitchFamily="34" charset="-120"/>
                <a:cs typeface="Montserrat ExtraBold"/>
                <a:sym typeface="Montserrat ExtraBold"/>
              </a:rPr>
              <a:t>nombre_proceso</a:t>
            </a:r>
            <a:r>
              <a:rPr lang="es-VE" sz="6620" dirty="0">
                <a:latin typeface="Montserrat ExtraBold"/>
                <a:ea typeface="Microsoft JhengHei Light" panose="020B0304030504040204" pitchFamily="34" charset="-120"/>
                <a:cs typeface="Montserrat ExtraBold"/>
                <a:sym typeface="Montserrat ExtraBold"/>
              </a:rPr>
              <a:t>}}</a:t>
            </a:r>
            <a:endParaRPr sz="6620" dirty="0">
              <a:latin typeface="Montserrat ExtraBold"/>
              <a:ea typeface="Microsoft JhengHei Light" panose="020B0304030504040204" pitchFamily="34" charset="-120"/>
              <a:cs typeface="Montserrat ExtraBold"/>
              <a:sym typeface="Montserrat ExtraBold"/>
            </a:endParaRPr>
          </a:p>
        </p:txBody>
      </p:sp>
      <p:pic>
        <p:nvPicPr>
          <p:cNvPr id="56" name="Google Shape;56;p13" title="arturos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31303" y="971900"/>
            <a:ext cx="1343055" cy="1274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elemento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6203" y="3797034"/>
            <a:ext cx="10572673" cy="734296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4539520" y="3945908"/>
            <a:ext cx="4150800" cy="573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4775" tIns="74775" rIns="74775" bIns="747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VE" sz="2388">
                <a:solidFill>
                  <a:srgbClr val="4E4F5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{{f</a:t>
            </a:r>
            <a:r>
              <a:rPr lang="en" sz="2388">
                <a:solidFill>
                  <a:srgbClr val="4E4F5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echa</a:t>
            </a:r>
            <a:r>
              <a:rPr lang="en" sz="2388" dirty="0">
                <a:solidFill>
                  <a:srgbClr val="4E4F5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_vigencia}}</a:t>
            </a:r>
            <a:endParaRPr sz="2388" dirty="0">
              <a:solidFill>
                <a:srgbClr val="4E4F5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9064452" y="3945908"/>
            <a:ext cx="3430800" cy="573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4775" tIns="74775" rIns="74775" bIns="747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2388" dirty="0">
                <a:solidFill>
                  <a:srgbClr val="4E4F5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</a:t>
            </a:r>
            <a:r>
              <a:rPr lang="es-VE" sz="2388" dirty="0" err="1">
                <a:solidFill>
                  <a:srgbClr val="4E4F5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codigo</a:t>
            </a:r>
            <a:r>
              <a:rPr lang="es-VE" sz="2388" dirty="0">
                <a:solidFill>
                  <a:srgbClr val="4E4F5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}}</a:t>
            </a:r>
            <a:endParaRPr sz="2388" dirty="0">
              <a:solidFill>
                <a:srgbClr val="4E4F5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2813640" y="3948413"/>
            <a:ext cx="1956459" cy="573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4775" tIns="74775" rIns="74775" bIns="747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88" dirty="0">
                <a:solidFill>
                  <a:srgbClr val="4E4F5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</a:t>
            </a:r>
            <a:r>
              <a:rPr lang="es-VE" sz="2388" dirty="0" err="1">
                <a:solidFill>
                  <a:srgbClr val="4E4F5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revision</a:t>
            </a:r>
            <a:r>
              <a:rPr lang="es-VE" sz="2388" dirty="0">
                <a:solidFill>
                  <a:srgbClr val="4E4F5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}}</a:t>
            </a:r>
            <a:endParaRPr sz="2388" dirty="0">
              <a:solidFill>
                <a:srgbClr val="4E4F5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1060350" y="5749187"/>
            <a:ext cx="17033700" cy="2812500"/>
          </a:xfrm>
          <a:prstGeom prst="roundRect">
            <a:avLst>
              <a:gd name="adj" fmla="val 13941"/>
            </a:avLst>
          </a:prstGeom>
          <a:solidFill>
            <a:srgbClr val="FFFFFF"/>
          </a:solidFill>
          <a:ln w="38100" cap="flat" cmpd="sng">
            <a:solidFill>
              <a:srgbClr val="DBDC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62" name="Google Shape;62;p13"/>
          <p:cNvSpPr/>
          <p:nvPr/>
        </p:nvSpPr>
        <p:spPr>
          <a:xfrm>
            <a:off x="1060350" y="8895962"/>
            <a:ext cx="17033700" cy="5708400"/>
          </a:xfrm>
          <a:prstGeom prst="roundRect">
            <a:avLst>
              <a:gd name="adj" fmla="val 10076"/>
            </a:avLst>
          </a:prstGeom>
          <a:solidFill>
            <a:srgbClr val="FFFFFF"/>
          </a:solidFill>
          <a:ln w="38100" cap="flat" cmpd="sng">
            <a:solidFill>
              <a:srgbClr val="DBDC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63" name="Google Shape;63;p13"/>
          <p:cNvSpPr txBox="1"/>
          <p:nvPr/>
        </p:nvSpPr>
        <p:spPr>
          <a:xfrm>
            <a:off x="1593318" y="5974554"/>
            <a:ext cx="3738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26F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Objetivo:</a:t>
            </a:r>
            <a:endParaRPr sz="4800">
              <a:solidFill>
                <a:srgbClr val="F26F3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1593325" y="6827361"/>
            <a:ext cx="165006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3120" dirty="0">
                <a:solidFill>
                  <a:schemeClr val="dk2"/>
                </a:solidFill>
                <a:latin typeface="Poppins SemiBold"/>
                <a:cs typeface="Poppins SemiBold"/>
                <a:sym typeface="Poppins SemiBold"/>
              </a:rPr>
              <a:t>{{objetivo}}</a:t>
            </a:r>
            <a:endParaRPr sz="5620" dirty="0">
              <a:solidFill>
                <a:schemeClr val="dk2"/>
              </a:solidFill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1593318" y="9035464"/>
            <a:ext cx="3738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26F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Normas:</a:t>
            </a:r>
            <a:endParaRPr sz="4800">
              <a:solidFill>
                <a:srgbClr val="F26F3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1593325" y="9941778"/>
            <a:ext cx="7319700" cy="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2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Antes de iniciar el proceso se debe:</a:t>
            </a:r>
            <a:endParaRPr sz="312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1930627" y="10551057"/>
            <a:ext cx="158661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{{norma_1}}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8" name="Google Shape;68;p13"/>
          <p:cNvSpPr/>
          <p:nvPr/>
        </p:nvSpPr>
        <p:spPr>
          <a:xfrm>
            <a:off x="1698975" y="10781981"/>
            <a:ext cx="213600" cy="220200"/>
          </a:xfrm>
          <a:prstGeom prst="flowChartConnector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3"/>
          <p:cNvSpPr txBox="1"/>
          <p:nvPr/>
        </p:nvSpPr>
        <p:spPr>
          <a:xfrm>
            <a:off x="1930627" y="12169819"/>
            <a:ext cx="158661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{{norma_2}}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1698975" y="12400743"/>
            <a:ext cx="213600" cy="220200"/>
          </a:xfrm>
          <a:prstGeom prst="flowChartConnector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3"/>
          <p:cNvSpPr txBox="1"/>
          <p:nvPr/>
        </p:nvSpPr>
        <p:spPr>
          <a:xfrm>
            <a:off x="1930627" y="13350088"/>
            <a:ext cx="158661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{{norma_3}}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2" name="Google Shape;72;p13"/>
          <p:cNvSpPr/>
          <p:nvPr/>
        </p:nvSpPr>
        <p:spPr>
          <a:xfrm>
            <a:off x="1698975" y="13581012"/>
            <a:ext cx="213600" cy="220200"/>
          </a:xfrm>
          <a:prstGeom prst="flowChartConnector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3"/>
          <p:cNvSpPr/>
          <p:nvPr/>
        </p:nvSpPr>
        <p:spPr>
          <a:xfrm>
            <a:off x="1060350" y="14963163"/>
            <a:ext cx="17033700" cy="2259300"/>
          </a:xfrm>
          <a:prstGeom prst="roundRect">
            <a:avLst>
              <a:gd name="adj" fmla="val 19496"/>
            </a:avLst>
          </a:prstGeom>
          <a:solidFill>
            <a:srgbClr val="FFFFFF"/>
          </a:solidFill>
          <a:ln w="38100" cap="flat" cmpd="sng">
            <a:solidFill>
              <a:srgbClr val="DBDC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74" name="Google Shape;74;p13"/>
          <p:cNvSpPr txBox="1"/>
          <p:nvPr/>
        </p:nvSpPr>
        <p:spPr>
          <a:xfrm>
            <a:off x="1593317" y="14965754"/>
            <a:ext cx="15477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26F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Responsables:</a:t>
            </a:r>
            <a:endParaRPr sz="4800">
              <a:solidFill>
                <a:srgbClr val="F26F3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1937850" y="15919728"/>
            <a:ext cx="15654600" cy="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</a:t>
            </a:r>
            <a:r>
              <a:rPr lang="es-VE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responsable_1}}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6" name="Google Shape;76;p13"/>
          <p:cNvSpPr/>
          <p:nvPr/>
        </p:nvSpPr>
        <p:spPr>
          <a:xfrm>
            <a:off x="1698975" y="16150648"/>
            <a:ext cx="220200" cy="220200"/>
          </a:xfrm>
          <a:prstGeom prst="flowChartConnector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3"/>
          <p:cNvSpPr txBox="1"/>
          <p:nvPr/>
        </p:nvSpPr>
        <p:spPr>
          <a:xfrm>
            <a:off x="1937850" y="16444015"/>
            <a:ext cx="15654600" cy="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</a:t>
            </a:r>
            <a:r>
              <a:rPr lang="es-VE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responsable_2}}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8" name="Google Shape;78;p13"/>
          <p:cNvSpPr/>
          <p:nvPr/>
        </p:nvSpPr>
        <p:spPr>
          <a:xfrm>
            <a:off x="1698975" y="16674937"/>
            <a:ext cx="220200" cy="220200"/>
          </a:xfrm>
          <a:prstGeom prst="flowChartConnector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3"/>
          <p:cNvSpPr/>
          <p:nvPr/>
        </p:nvSpPr>
        <p:spPr>
          <a:xfrm>
            <a:off x="1002337" y="17498830"/>
            <a:ext cx="17033700" cy="5255700"/>
          </a:xfrm>
          <a:prstGeom prst="roundRect">
            <a:avLst>
              <a:gd name="adj" fmla="val 9379"/>
            </a:avLst>
          </a:prstGeom>
          <a:solidFill>
            <a:srgbClr val="FFFFFF"/>
          </a:solidFill>
          <a:ln w="38100" cap="flat" cmpd="sng">
            <a:solidFill>
              <a:srgbClr val="DBDC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80" name="Google Shape;80;p13"/>
          <p:cNvSpPr txBox="1"/>
          <p:nvPr/>
        </p:nvSpPr>
        <p:spPr>
          <a:xfrm>
            <a:off x="1535304" y="17778791"/>
            <a:ext cx="16203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26F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Equipos, Materiales y Suministros:</a:t>
            </a:r>
            <a:endParaRPr sz="4800">
              <a:solidFill>
                <a:srgbClr val="F26F3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81" name="Google Shape;81;p13"/>
          <p:cNvSpPr txBox="1"/>
          <p:nvPr/>
        </p:nvSpPr>
        <p:spPr>
          <a:xfrm>
            <a:off x="1567693" y="18690145"/>
            <a:ext cx="15654600" cy="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2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Materiales:</a:t>
            </a:r>
            <a:endParaRPr sz="312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82" name="Google Shape;82;p13"/>
          <p:cNvSpPr txBox="1"/>
          <p:nvPr/>
        </p:nvSpPr>
        <p:spPr>
          <a:xfrm>
            <a:off x="1879837" y="19285870"/>
            <a:ext cx="15654600" cy="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</a:t>
            </a:r>
            <a:r>
              <a:rPr lang="es-VE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material_1}}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83" name="Google Shape;83;p13"/>
          <p:cNvSpPr/>
          <p:nvPr/>
        </p:nvSpPr>
        <p:spPr>
          <a:xfrm>
            <a:off x="1640962" y="19516791"/>
            <a:ext cx="220200" cy="220200"/>
          </a:xfrm>
          <a:prstGeom prst="flowChartConnector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3"/>
          <p:cNvSpPr txBox="1"/>
          <p:nvPr/>
        </p:nvSpPr>
        <p:spPr>
          <a:xfrm>
            <a:off x="1879837" y="19890670"/>
            <a:ext cx="15654600" cy="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</a:t>
            </a:r>
            <a:r>
              <a:rPr lang="es-VE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material_2}}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1640962" y="20121591"/>
            <a:ext cx="220200" cy="220200"/>
          </a:xfrm>
          <a:prstGeom prst="flowChartConnector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567675" y="20525745"/>
            <a:ext cx="15654600" cy="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2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Equipos de Protección Personal:</a:t>
            </a:r>
            <a:endParaRPr sz="312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879837" y="21190545"/>
            <a:ext cx="15654600" cy="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</a:t>
            </a:r>
            <a:r>
              <a:rPr lang="es-VE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{equipo_1}}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1640962" y="21421466"/>
            <a:ext cx="220200" cy="220200"/>
          </a:xfrm>
          <a:prstGeom prst="flowChartConnector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879837" y="21717195"/>
            <a:ext cx="15654600" cy="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</a:t>
            </a:r>
            <a:r>
              <a:rPr lang="es-VE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equipo_2}}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1640962" y="21948116"/>
            <a:ext cx="220200" cy="220200"/>
          </a:xfrm>
          <a:prstGeom prst="flowChartConnector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1060350" y="23048387"/>
            <a:ext cx="17033700" cy="3836100"/>
          </a:xfrm>
          <a:prstGeom prst="roundRect">
            <a:avLst>
              <a:gd name="adj" fmla="val 19496"/>
            </a:avLst>
          </a:prstGeom>
          <a:solidFill>
            <a:srgbClr val="FFFFFF"/>
          </a:solidFill>
          <a:ln w="38100" cap="flat" cmpd="sng">
            <a:solidFill>
              <a:srgbClr val="DBDC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92" name="Google Shape;92;p13"/>
          <p:cNvSpPr txBox="1"/>
          <p:nvPr/>
        </p:nvSpPr>
        <p:spPr>
          <a:xfrm>
            <a:off x="1593317" y="23277191"/>
            <a:ext cx="15477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26F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Tips operativos:</a:t>
            </a:r>
            <a:endParaRPr sz="4800">
              <a:solidFill>
                <a:srgbClr val="F26F3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937850" y="24261115"/>
            <a:ext cx="156546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{{tip_1}}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1698975" y="24492035"/>
            <a:ext cx="220200" cy="220200"/>
          </a:xfrm>
          <a:prstGeom prst="flowChartConnector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937850" y="25332802"/>
            <a:ext cx="15654600" cy="736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VE" sz="312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{{tip</a:t>
            </a:r>
            <a:r>
              <a:rPr lang="es-VE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_2}}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1698975" y="25563723"/>
            <a:ext cx="220200" cy="220200"/>
          </a:xfrm>
          <a:prstGeom prst="flowChartConnector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1937850" y="25903377"/>
            <a:ext cx="15654600" cy="736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</a:t>
            </a:r>
            <a:r>
              <a:rPr lang="es-VE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tip_3}}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1698975" y="26134298"/>
            <a:ext cx="220200" cy="220200"/>
          </a:xfrm>
          <a:prstGeom prst="flowChartConnector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61;p13">
            <a:extLst>
              <a:ext uri="{FF2B5EF4-FFF2-40B4-BE49-F238E27FC236}">
                <a16:creationId xmlns:a16="http://schemas.microsoft.com/office/drawing/2014/main" id="{8756F71F-8B26-3C85-2CA4-EBCA3117073E}"/>
              </a:ext>
            </a:extLst>
          </p:cNvPr>
          <p:cNvSpPr/>
          <p:nvPr/>
        </p:nvSpPr>
        <p:spPr>
          <a:xfrm>
            <a:off x="11706699" y="4820272"/>
            <a:ext cx="6301241" cy="693415"/>
          </a:xfrm>
          <a:prstGeom prst="roundRect">
            <a:avLst>
              <a:gd name="adj" fmla="val 13941"/>
            </a:avLst>
          </a:prstGeom>
          <a:solidFill>
            <a:srgbClr val="F6F8F8"/>
          </a:solidFill>
          <a:ln w="38100" cap="flat" cmpd="sng">
            <a:solidFill>
              <a:srgbClr val="ED7D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7D9E1CD-EB1A-3178-D34B-C65F2E7F2346}"/>
              </a:ext>
            </a:extLst>
          </p:cNvPr>
          <p:cNvSpPr txBox="1"/>
          <p:nvPr/>
        </p:nvSpPr>
        <p:spPr>
          <a:xfrm>
            <a:off x="11723531" y="4942022"/>
            <a:ext cx="3529170" cy="4462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300" b="1" dirty="0">
                <a:solidFill>
                  <a:srgbClr val="ED7D31"/>
                </a:solidFill>
                <a:latin typeface="Poppins SemiBold"/>
                <a:cs typeface="Poppins SemiBold"/>
              </a:rPr>
              <a:t>Tiempo de </a:t>
            </a:r>
            <a:r>
              <a:rPr lang="es-ES" sz="2300" b="1">
                <a:solidFill>
                  <a:srgbClr val="ED7D31"/>
                </a:solidFill>
                <a:latin typeface="Poppins SemiBold"/>
                <a:cs typeface="Poppins SemiBold"/>
              </a:rPr>
              <a:t>ejecución</a:t>
            </a:r>
            <a:r>
              <a:rPr lang="es-ES" sz="2300" b="1" dirty="0">
                <a:solidFill>
                  <a:srgbClr val="ED7D31"/>
                </a:solidFill>
                <a:latin typeface="Poppins SemiBold"/>
                <a:cs typeface="Poppins SemiBold"/>
              </a:rPr>
              <a:t>:</a:t>
            </a:r>
            <a:r>
              <a:rPr lang="es-ES" sz="2300" dirty="0">
                <a:latin typeface="Poppins SemiBold"/>
                <a:cs typeface="Poppins SemiBold"/>
              </a:rPr>
              <a:t> </a:t>
            </a:r>
          </a:p>
        </p:txBody>
      </p:sp>
      <p:sp>
        <p:nvSpPr>
          <p:cNvPr id="49" name="Google Shape;59;p13">
            <a:extLst>
              <a:ext uri="{FF2B5EF4-FFF2-40B4-BE49-F238E27FC236}">
                <a16:creationId xmlns:a16="http://schemas.microsoft.com/office/drawing/2014/main" id="{49D06808-E569-47F6-9328-721440970DAE}"/>
              </a:ext>
            </a:extLst>
          </p:cNvPr>
          <p:cNvSpPr txBox="1"/>
          <p:nvPr/>
        </p:nvSpPr>
        <p:spPr>
          <a:xfrm>
            <a:off x="15160452" y="4872938"/>
            <a:ext cx="3529170" cy="573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4775" tIns="74775" rIns="74775" bIns="747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2388" dirty="0">
                <a:solidFill>
                  <a:srgbClr val="4E4F5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</a:t>
            </a:r>
            <a:r>
              <a:rPr lang="es-VE" sz="2388" dirty="0" err="1">
                <a:solidFill>
                  <a:srgbClr val="4E4F5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tiempo_ejecucion</a:t>
            </a:r>
            <a:r>
              <a:rPr lang="es-VE" sz="2388" dirty="0">
                <a:solidFill>
                  <a:srgbClr val="4E4F5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}}</a:t>
            </a:r>
            <a:endParaRPr sz="2388" dirty="0">
              <a:solidFill>
                <a:srgbClr val="4E4F5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8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/>
          <p:nvPr/>
        </p:nvSpPr>
        <p:spPr>
          <a:xfrm>
            <a:off x="841200" y="22722100"/>
            <a:ext cx="18108600" cy="4241700"/>
          </a:xfrm>
          <a:prstGeom prst="roundRect">
            <a:avLst>
              <a:gd name="adj" fmla="val 13941"/>
            </a:avLst>
          </a:prstGeom>
          <a:noFill/>
          <a:ln w="38100" cap="flat" cmpd="sng">
            <a:solidFill>
              <a:srgbClr val="F26F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104" name="Google Shape;104;p14"/>
          <p:cNvSpPr/>
          <p:nvPr/>
        </p:nvSpPr>
        <p:spPr>
          <a:xfrm>
            <a:off x="841200" y="18006375"/>
            <a:ext cx="18108600" cy="4241700"/>
          </a:xfrm>
          <a:prstGeom prst="roundRect">
            <a:avLst>
              <a:gd name="adj" fmla="val 13941"/>
            </a:avLst>
          </a:prstGeom>
          <a:noFill/>
          <a:ln w="38100" cap="flat" cmpd="sng">
            <a:solidFill>
              <a:srgbClr val="F26F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105" name="Google Shape;105;p14"/>
          <p:cNvSpPr txBox="1"/>
          <p:nvPr/>
        </p:nvSpPr>
        <p:spPr>
          <a:xfrm>
            <a:off x="841200" y="1312825"/>
            <a:ext cx="17520000" cy="12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62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Conocimientos clave antes de iniciar</a:t>
            </a:r>
            <a:endParaRPr sz="662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841200" y="3236998"/>
            <a:ext cx="17033700" cy="6540600"/>
          </a:xfrm>
          <a:prstGeom prst="roundRect">
            <a:avLst>
              <a:gd name="adj" fmla="val 10076"/>
            </a:avLst>
          </a:prstGeom>
          <a:solidFill>
            <a:srgbClr val="FFFFFF"/>
          </a:solidFill>
          <a:ln w="38100" cap="flat" cmpd="sng">
            <a:solidFill>
              <a:srgbClr val="DBDC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107" name="Google Shape;107;p14"/>
          <p:cNvSpPr/>
          <p:nvPr/>
        </p:nvSpPr>
        <p:spPr>
          <a:xfrm>
            <a:off x="1457125" y="3952919"/>
            <a:ext cx="213600" cy="220200"/>
          </a:xfrm>
          <a:prstGeom prst="flowChartConnector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696983" y="3678263"/>
            <a:ext cx="9324300" cy="85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dirty="0">
                <a:solidFill>
                  <a:srgbClr val="F26F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{{</a:t>
            </a:r>
            <a:r>
              <a:rPr lang="es-VE" sz="3800" dirty="0">
                <a:solidFill>
                  <a:srgbClr val="F26F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titulo_conocimiento_1}}</a:t>
            </a:r>
            <a:endParaRPr sz="3800" dirty="0">
              <a:solidFill>
                <a:srgbClr val="F26F3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1593325" y="4369990"/>
            <a:ext cx="165006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</a:t>
            </a:r>
            <a:r>
              <a:rPr lang="es-VE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texto_conocimiento_1}}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1457125" y="5789744"/>
            <a:ext cx="213600" cy="220200"/>
          </a:xfrm>
          <a:prstGeom prst="flowChartConnector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1696983" y="5515088"/>
            <a:ext cx="9324300" cy="85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dirty="0">
                <a:solidFill>
                  <a:srgbClr val="F26F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{{</a:t>
            </a:r>
            <a:r>
              <a:rPr lang="es-VE" sz="3800" dirty="0">
                <a:solidFill>
                  <a:srgbClr val="F26F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titulo_conocimiento_2}}</a:t>
            </a:r>
            <a:endParaRPr sz="3800" dirty="0">
              <a:solidFill>
                <a:srgbClr val="F26F3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1593325" y="6206815"/>
            <a:ext cx="165006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</a:t>
            </a:r>
            <a:r>
              <a:rPr lang="es-VE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texto_conocimiento_2}}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1457125" y="7810903"/>
            <a:ext cx="213600" cy="220200"/>
          </a:xfrm>
          <a:prstGeom prst="flowChartConnector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1696983" y="7536247"/>
            <a:ext cx="9324300" cy="85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800" dirty="0">
                <a:solidFill>
                  <a:srgbClr val="F26F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{{titulo_conocimiento_3}}</a:t>
            </a:r>
            <a:endParaRPr sz="3800" dirty="0">
              <a:solidFill>
                <a:srgbClr val="F26F3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1593325" y="8227975"/>
            <a:ext cx="16500600" cy="12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</a:t>
            </a:r>
            <a:r>
              <a:rPr lang="es-VE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texto_conocimiento_3}}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841200" y="10455138"/>
            <a:ext cx="11856600" cy="15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820">
                <a:solidFill>
                  <a:srgbClr val="F26F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Procedimiento</a:t>
            </a:r>
            <a:endParaRPr sz="8820">
              <a:solidFill>
                <a:srgbClr val="F26F3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841200" y="13155775"/>
            <a:ext cx="17033700" cy="2812500"/>
          </a:xfrm>
          <a:prstGeom prst="roundRect">
            <a:avLst>
              <a:gd name="adj" fmla="val 13941"/>
            </a:avLst>
          </a:prstGeom>
          <a:solidFill>
            <a:srgbClr val="FFFFFF"/>
          </a:solidFill>
          <a:ln w="38100" cap="flat" cmpd="sng">
            <a:solidFill>
              <a:srgbClr val="DBDC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119" name="Google Shape;119;p14"/>
          <p:cNvSpPr txBox="1"/>
          <p:nvPr/>
        </p:nvSpPr>
        <p:spPr>
          <a:xfrm>
            <a:off x="1300917" y="13289551"/>
            <a:ext cx="9427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26F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Contexto operativo:</a:t>
            </a:r>
            <a:endParaRPr sz="4800">
              <a:solidFill>
                <a:srgbClr val="F26F3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1300906" y="14142362"/>
            <a:ext cx="165006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</a:t>
            </a:r>
            <a:r>
              <a:rPr lang="es-MX" sz="3120" dirty="0" err="1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contexto_operativo</a:t>
            </a:r>
            <a:r>
              <a:rPr lang="es-MX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}}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0" y="16978325"/>
            <a:ext cx="3158400" cy="10453800"/>
          </a:xfrm>
          <a:prstGeom prst="rect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2" name="Google Shape;122;p14" title="pas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49" y="17951661"/>
            <a:ext cx="4223175" cy="401327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4"/>
          <p:cNvSpPr txBox="1"/>
          <p:nvPr/>
        </p:nvSpPr>
        <p:spPr>
          <a:xfrm>
            <a:off x="1677579" y="18751120"/>
            <a:ext cx="1532400" cy="28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600" tIns="80600" rIns="80600" bIns="80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629">
                <a:solidFill>
                  <a:srgbClr val="FFF0E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</a:t>
            </a:r>
            <a:endParaRPr sz="17629">
              <a:solidFill>
                <a:srgbClr val="FFF0E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24" name="Google Shape;124;p14" title="pas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49" y="22554367"/>
            <a:ext cx="4223175" cy="401327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4"/>
          <p:cNvSpPr txBox="1"/>
          <p:nvPr/>
        </p:nvSpPr>
        <p:spPr>
          <a:xfrm>
            <a:off x="1721769" y="23199163"/>
            <a:ext cx="1532400" cy="28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600" tIns="80600" rIns="80600" bIns="80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629">
                <a:solidFill>
                  <a:srgbClr val="FFF0E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</a:t>
            </a:r>
            <a:endParaRPr sz="17629">
              <a:solidFill>
                <a:srgbClr val="FFF0E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4158375" y="18685737"/>
            <a:ext cx="80736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{{descripcion_paso_1}}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4158375" y="24254237"/>
            <a:ext cx="8073600" cy="736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{{descripcion_paso_2}}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28" name="Google Shape;128;p14"/>
          <p:cNvSpPr/>
          <p:nvPr/>
        </p:nvSpPr>
        <p:spPr>
          <a:xfrm>
            <a:off x="15796225" y="18710800"/>
            <a:ext cx="2876400" cy="2876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ESPACIO PARA</a:t>
            </a:r>
            <a:endParaRPr sz="21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IMAGEN/GRÁFICO</a:t>
            </a:r>
            <a:endParaRPr sz="2100"/>
          </a:p>
        </p:txBody>
      </p:sp>
      <p:sp>
        <p:nvSpPr>
          <p:cNvPr id="129" name="Google Shape;129;p14"/>
          <p:cNvSpPr/>
          <p:nvPr/>
        </p:nvSpPr>
        <p:spPr>
          <a:xfrm>
            <a:off x="12697800" y="18710800"/>
            <a:ext cx="2876400" cy="2876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ESPACIO PARA</a:t>
            </a:r>
            <a:endParaRPr sz="21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IMAGEN/GRÁFICO</a:t>
            </a:r>
            <a:endParaRPr sz="2100"/>
          </a:p>
        </p:txBody>
      </p:sp>
      <p:sp>
        <p:nvSpPr>
          <p:cNvPr id="130" name="Google Shape;130;p14"/>
          <p:cNvSpPr/>
          <p:nvPr/>
        </p:nvSpPr>
        <p:spPr>
          <a:xfrm>
            <a:off x="15796225" y="23427225"/>
            <a:ext cx="2876400" cy="2876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ESPACIO PARA</a:t>
            </a:r>
            <a:endParaRPr sz="21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IMAGEN/GRÁFICO</a:t>
            </a:r>
            <a:endParaRPr sz="2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8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"/>
          <p:cNvSpPr/>
          <p:nvPr/>
        </p:nvSpPr>
        <p:spPr>
          <a:xfrm>
            <a:off x="841200" y="6247425"/>
            <a:ext cx="18108600" cy="4241700"/>
          </a:xfrm>
          <a:prstGeom prst="roundRect">
            <a:avLst>
              <a:gd name="adj" fmla="val 13941"/>
            </a:avLst>
          </a:prstGeom>
          <a:noFill/>
          <a:ln w="38100" cap="flat" cmpd="sng">
            <a:solidFill>
              <a:srgbClr val="F26F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136" name="Google Shape;136;p15"/>
          <p:cNvSpPr/>
          <p:nvPr/>
        </p:nvSpPr>
        <p:spPr>
          <a:xfrm>
            <a:off x="841200" y="1531700"/>
            <a:ext cx="18108600" cy="4241700"/>
          </a:xfrm>
          <a:prstGeom prst="roundRect">
            <a:avLst>
              <a:gd name="adj" fmla="val 13941"/>
            </a:avLst>
          </a:prstGeom>
          <a:noFill/>
          <a:ln w="38100" cap="flat" cmpd="sng">
            <a:solidFill>
              <a:srgbClr val="F26F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137" name="Google Shape;137;p15"/>
          <p:cNvSpPr/>
          <p:nvPr/>
        </p:nvSpPr>
        <p:spPr>
          <a:xfrm>
            <a:off x="0" y="-29750"/>
            <a:ext cx="3158400" cy="27432000"/>
          </a:xfrm>
          <a:prstGeom prst="rect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8" name="Google Shape;138;p15" title="pas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49" y="1476986"/>
            <a:ext cx="4223175" cy="401327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 txBox="1"/>
          <p:nvPr/>
        </p:nvSpPr>
        <p:spPr>
          <a:xfrm>
            <a:off x="1677579" y="2276445"/>
            <a:ext cx="1532400" cy="28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600" tIns="80600" rIns="80600" bIns="80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629">
                <a:solidFill>
                  <a:srgbClr val="FFF0E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3</a:t>
            </a:r>
            <a:endParaRPr sz="17629">
              <a:solidFill>
                <a:srgbClr val="FFF0E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40" name="Google Shape;140;p15" title="pas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49" y="6079692"/>
            <a:ext cx="4223175" cy="401327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5"/>
          <p:cNvSpPr txBox="1"/>
          <p:nvPr/>
        </p:nvSpPr>
        <p:spPr>
          <a:xfrm>
            <a:off x="1513409" y="6784019"/>
            <a:ext cx="1532400" cy="28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600" tIns="80600" rIns="80600" bIns="80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629">
                <a:solidFill>
                  <a:srgbClr val="FFF0E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4</a:t>
            </a:r>
            <a:endParaRPr sz="17629">
              <a:solidFill>
                <a:srgbClr val="FFF0E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4158375" y="1918425"/>
            <a:ext cx="54429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{{descripcion_paso_3}}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4158375" y="7779550"/>
            <a:ext cx="107007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{{descripcion_paso_4}}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841200" y="15653350"/>
            <a:ext cx="18108600" cy="4241700"/>
          </a:xfrm>
          <a:prstGeom prst="roundRect">
            <a:avLst>
              <a:gd name="adj" fmla="val 13941"/>
            </a:avLst>
          </a:prstGeom>
          <a:noFill/>
          <a:ln w="38100" cap="flat" cmpd="sng">
            <a:solidFill>
              <a:srgbClr val="F26F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145" name="Google Shape;145;p15"/>
          <p:cNvSpPr/>
          <p:nvPr/>
        </p:nvSpPr>
        <p:spPr>
          <a:xfrm>
            <a:off x="841200" y="10937625"/>
            <a:ext cx="18108600" cy="4241700"/>
          </a:xfrm>
          <a:prstGeom prst="roundRect">
            <a:avLst>
              <a:gd name="adj" fmla="val 13941"/>
            </a:avLst>
          </a:prstGeom>
          <a:noFill/>
          <a:ln w="38100" cap="flat" cmpd="sng">
            <a:solidFill>
              <a:srgbClr val="F26F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pic>
        <p:nvPicPr>
          <p:cNvPr id="146" name="Google Shape;146;p15" title="pas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49" y="10882911"/>
            <a:ext cx="4223175" cy="401327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5"/>
          <p:cNvSpPr txBox="1"/>
          <p:nvPr/>
        </p:nvSpPr>
        <p:spPr>
          <a:xfrm>
            <a:off x="1677579" y="11682370"/>
            <a:ext cx="1532400" cy="28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600" tIns="80600" rIns="80600" bIns="80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629">
                <a:solidFill>
                  <a:srgbClr val="FFF0E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5</a:t>
            </a:r>
            <a:endParaRPr sz="17629">
              <a:solidFill>
                <a:srgbClr val="FFF0E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48" name="Google Shape;148;p15" title="pas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49" y="15485617"/>
            <a:ext cx="4223175" cy="4013276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5"/>
          <p:cNvSpPr txBox="1"/>
          <p:nvPr/>
        </p:nvSpPr>
        <p:spPr>
          <a:xfrm>
            <a:off x="1572941" y="16219710"/>
            <a:ext cx="1532400" cy="28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600" tIns="80600" rIns="80600" bIns="80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629">
                <a:solidFill>
                  <a:srgbClr val="FFF0E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6</a:t>
            </a:r>
            <a:endParaRPr sz="17629">
              <a:solidFill>
                <a:srgbClr val="FFF0E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50" name="Google Shape;150;p15"/>
          <p:cNvSpPr txBox="1"/>
          <p:nvPr/>
        </p:nvSpPr>
        <p:spPr>
          <a:xfrm>
            <a:off x="4158375" y="12640274"/>
            <a:ext cx="80736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{{descripcion_paso_5}}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51" name="Google Shape;151;p15"/>
          <p:cNvSpPr txBox="1"/>
          <p:nvPr/>
        </p:nvSpPr>
        <p:spPr>
          <a:xfrm>
            <a:off x="4158375" y="16754925"/>
            <a:ext cx="103428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{{descripcion_paso_6}}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841200" y="20652225"/>
            <a:ext cx="18108600" cy="4241700"/>
          </a:xfrm>
          <a:prstGeom prst="roundRect">
            <a:avLst>
              <a:gd name="adj" fmla="val 13941"/>
            </a:avLst>
          </a:prstGeom>
          <a:noFill/>
          <a:ln w="38100" cap="flat" cmpd="sng">
            <a:solidFill>
              <a:srgbClr val="F26F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pic>
        <p:nvPicPr>
          <p:cNvPr id="153" name="Google Shape;153;p15" title="pas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49" y="20484492"/>
            <a:ext cx="4223175" cy="401327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5"/>
          <p:cNvSpPr txBox="1"/>
          <p:nvPr/>
        </p:nvSpPr>
        <p:spPr>
          <a:xfrm>
            <a:off x="1719558" y="21232362"/>
            <a:ext cx="1532400" cy="28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600" tIns="80600" rIns="80600" bIns="80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629" dirty="0">
                <a:solidFill>
                  <a:srgbClr val="FFF0E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7</a:t>
            </a:r>
            <a:endParaRPr sz="17629" dirty="0">
              <a:solidFill>
                <a:srgbClr val="FFF0E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55" name="Google Shape;155;p15"/>
          <p:cNvSpPr txBox="1"/>
          <p:nvPr/>
        </p:nvSpPr>
        <p:spPr>
          <a:xfrm>
            <a:off x="4158375" y="21480075"/>
            <a:ext cx="110436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{{descripcion_paso_7}}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15796225" y="2276450"/>
            <a:ext cx="2876400" cy="2876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ESPACIO PARA</a:t>
            </a:r>
            <a:endParaRPr sz="21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IMAGEN/GRÁFICO</a:t>
            </a:r>
            <a:endParaRPr sz="2100"/>
          </a:p>
        </p:txBody>
      </p:sp>
      <p:sp>
        <p:nvSpPr>
          <p:cNvPr id="157" name="Google Shape;157;p15"/>
          <p:cNvSpPr/>
          <p:nvPr/>
        </p:nvSpPr>
        <p:spPr>
          <a:xfrm>
            <a:off x="12779975" y="2276450"/>
            <a:ext cx="2876400" cy="2876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ESPACIO PARA</a:t>
            </a:r>
            <a:endParaRPr sz="21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IMAGEN/GRÁFICO</a:t>
            </a:r>
            <a:endParaRPr sz="2100"/>
          </a:p>
        </p:txBody>
      </p:sp>
      <p:sp>
        <p:nvSpPr>
          <p:cNvPr id="158" name="Google Shape;158;p15"/>
          <p:cNvSpPr/>
          <p:nvPr/>
        </p:nvSpPr>
        <p:spPr>
          <a:xfrm>
            <a:off x="9752425" y="2276450"/>
            <a:ext cx="2876400" cy="2876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ESPACIO PARA</a:t>
            </a:r>
            <a:endParaRPr sz="21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IMAGEN/GRÁFICO</a:t>
            </a:r>
            <a:endParaRPr sz="2100"/>
          </a:p>
        </p:txBody>
      </p:sp>
      <p:sp>
        <p:nvSpPr>
          <p:cNvPr id="159" name="Google Shape;159;p15"/>
          <p:cNvSpPr/>
          <p:nvPr/>
        </p:nvSpPr>
        <p:spPr>
          <a:xfrm>
            <a:off x="15796225" y="6917313"/>
            <a:ext cx="2876400" cy="2876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ESPACIO PARA</a:t>
            </a:r>
            <a:endParaRPr sz="21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IMAGEN/GRÁFICO</a:t>
            </a:r>
            <a:endParaRPr sz="2100"/>
          </a:p>
        </p:txBody>
      </p:sp>
      <p:sp>
        <p:nvSpPr>
          <p:cNvPr id="160" name="Google Shape;160;p15"/>
          <p:cNvSpPr/>
          <p:nvPr/>
        </p:nvSpPr>
        <p:spPr>
          <a:xfrm>
            <a:off x="15796225" y="11633025"/>
            <a:ext cx="2876400" cy="2876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ESPACIO PARA</a:t>
            </a:r>
            <a:endParaRPr sz="21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IMAGEN/GRÁFICO</a:t>
            </a:r>
            <a:endParaRPr sz="2100"/>
          </a:p>
        </p:txBody>
      </p:sp>
      <p:sp>
        <p:nvSpPr>
          <p:cNvPr id="161" name="Google Shape;161;p15"/>
          <p:cNvSpPr/>
          <p:nvPr/>
        </p:nvSpPr>
        <p:spPr>
          <a:xfrm>
            <a:off x="15796225" y="16323225"/>
            <a:ext cx="2876400" cy="2876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ESPACIO PARA</a:t>
            </a:r>
            <a:endParaRPr sz="21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IMAGEN/GRÁFICO</a:t>
            </a:r>
            <a:endParaRPr sz="2100"/>
          </a:p>
        </p:txBody>
      </p:sp>
      <p:sp>
        <p:nvSpPr>
          <p:cNvPr id="162" name="Google Shape;162;p15"/>
          <p:cNvSpPr/>
          <p:nvPr/>
        </p:nvSpPr>
        <p:spPr>
          <a:xfrm>
            <a:off x="15796225" y="21334875"/>
            <a:ext cx="2876400" cy="2876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ESPACIO PARA</a:t>
            </a:r>
            <a:endParaRPr sz="21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IMAGEN/GRÁFICO</a:t>
            </a:r>
            <a:endParaRPr sz="2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284</Words>
  <Application>Microsoft Office PowerPoint</Application>
  <PresentationFormat>Personalizado</PresentationFormat>
  <Paragraphs>72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Montserrat ExtraBold</vt:lpstr>
      <vt:lpstr>Arial</vt:lpstr>
      <vt:lpstr>Poppins SemiBold</vt:lpstr>
      <vt:lpstr>Microsoft JhengHei Light</vt:lpstr>
      <vt:lpstr>Simple Light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Nahomy Rada</cp:lastModifiedBy>
  <cp:revision>36</cp:revision>
  <dcterms:modified xsi:type="dcterms:W3CDTF">2026-07-23T14:44:43Z</dcterms:modified>
</cp:coreProperties>
</file>